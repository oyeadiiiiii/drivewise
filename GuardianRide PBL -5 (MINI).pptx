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8"/>
  </p:notesMasterIdLst>
  <p:handoutMasterIdLst>
    <p:handoutMasterId r:id="rId19"/>
  </p:handoutMasterIdLst>
  <p:sldIdLst>
    <p:sldId id="423" r:id="rId5"/>
    <p:sldId id="304" r:id="rId6"/>
    <p:sldId id="424" r:id="rId7"/>
    <p:sldId id="425" r:id="rId8"/>
    <p:sldId id="307" r:id="rId9"/>
    <p:sldId id="419" r:id="rId10"/>
    <p:sldId id="282" r:id="rId11"/>
    <p:sldId id="314" r:id="rId12"/>
    <p:sldId id="315" r:id="rId13"/>
    <p:sldId id="317" r:id="rId14"/>
    <p:sldId id="426" r:id="rId15"/>
    <p:sldId id="421" r:id="rId16"/>
    <p:sldId id="297" r:id="rId17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2C8F"/>
    <a:srgbClr val="3CB7BA"/>
    <a:srgbClr val="3A91B7"/>
    <a:srgbClr val="202C8F"/>
    <a:srgbClr val="FDFBF6"/>
    <a:srgbClr val="AAC4E9"/>
    <a:srgbClr val="F5CDCE"/>
    <a:srgbClr val="DF8C8C"/>
    <a:srgbClr val="D4D593"/>
    <a:srgbClr val="E6F0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Objects="1">
      <p:cViewPr varScale="1">
        <p:scale>
          <a:sx n="105" d="100"/>
          <a:sy n="105" d="100"/>
        </p:scale>
        <p:origin x="834" y="240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31E82C-0020-43C8-9935-C9D51A9F881A}" type="doc">
      <dgm:prSet loTypeId="urn:microsoft.com/office/officeart/2018/2/layout/IconCircle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9F6B5CBE-A54A-45D2-B7AE-CD32C3393C20}">
      <dgm:prSet custT="1"/>
      <dgm:spPr/>
      <dgm:t>
        <a:bodyPr/>
        <a:lstStyle/>
        <a:p>
          <a:r>
            <a:rPr lang="en-US" sz="2000" b="1" i="0" baseline="0" dirty="0"/>
            <a:t>Real-Time Driver Monitoring</a:t>
          </a:r>
          <a:endParaRPr lang="en-US" sz="2000" dirty="0"/>
        </a:p>
      </dgm:t>
    </dgm:pt>
    <dgm:pt modelId="{CF3A2C11-C4B9-44EF-9C5F-2277D1F8673C}" type="parTrans" cxnId="{D1EB780E-D24D-4BFC-90C3-E4279E1E712D}">
      <dgm:prSet/>
      <dgm:spPr/>
      <dgm:t>
        <a:bodyPr/>
        <a:lstStyle/>
        <a:p>
          <a:endParaRPr lang="en-US"/>
        </a:p>
      </dgm:t>
    </dgm:pt>
    <dgm:pt modelId="{3B74E3F0-1139-4D98-A154-B16580BBE4E3}" type="sibTrans" cxnId="{D1EB780E-D24D-4BFC-90C3-E4279E1E712D}">
      <dgm:prSet/>
      <dgm:spPr/>
      <dgm:t>
        <a:bodyPr/>
        <a:lstStyle/>
        <a:p>
          <a:endParaRPr lang="en-US"/>
        </a:p>
      </dgm:t>
    </dgm:pt>
    <dgm:pt modelId="{1A5249DA-36B4-4965-91FE-056CEC15445B}">
      <dgm:prSet custT="1"/>
      <dgm:spPr/>
      <dgm:t>
        <a:bodyPr/>
        <a:lstStyle/>
        <a:p>
          <a:r>
            <a:rPr lang="en-US" sz="2000" b="1" i="0" baseline="0" dirty="0"/>
            <a:t>Driver Identification System</a:t>
          </a:r>
          <a:endParaRPr lang="en-US" sz="2000" dirty="0"/>
        </a:p>
      </dgm:t>
    </dgm:pt>
    <dgm:pt modelId="{6757CDB8-9E2C-4ED1-AAB3-130087635F32}" type="parTrans" cxnId="{CBD56D71-8C97-463F-A5B5-5DCED8717199}">
      <dgm:prSet/>
      <dgm:spPr/>
      <dgm:t>
        <a:bodyPr/>
        <a:lstStyle/>
        <a:p>
          <a:endParaRPr lang="en-US"/>
        </a:p>
      </dgm:t>
    </dgm:pt>
    <dgm:pt modelId="{27B7A3F1-8B4B-42E2-A4D3-A93D74D407C6}" type="sibTrans" cxnId="{CBD56D71-8C97-463F-A5B5-5DCED8717199}">
      <dgm:prSet/>
      <dgm:spPr/>
      <dgm:t>
        <a:bodyPr/>
        <a:lstStyle/>
        <a:p>
          <a:endParaRPr lang="en-US"/>
        </a:p>
      </dgm:t>
    </dgm:pt>
    <dgm:pt modelId="{0845E0F7-0201-403B-96B9-40720D161403}">
      <dgm:prSet custT="1"/>
      <dgm:spPr/>
      <dgm:t>
        <a:bodyPr/>
        <a:lstStyle/>
        <a:p>
          <a:r>
            <a:rPr lang="en-US" sz="2000" b="1" i="0" baseline="0" dirty="0"/>
            <a:t>Automated Alerts &amp; Notifications</a:t>
          </a:r>
          <a:endParaRPr lang="en-US" sz="2000" dirty="0"/>
        </a:p>
      </dgm:t>
    </dgm:pt>
    <dgm:pt modelId="{015BCF72-A302-49C9-AECD-217B005639F4}" type="parTrans" cxnId="{D401B5BF-441D-4C0E-8C02-AB2750F268D3}">
      <dgm:prSet/>
      <dgm:spPr/>
      <dgm:t>
        <a:bodyPr/>
        <a:lstStyle/>
        <a:p>
          <a:endParaRPr lang="en-US"/>
        </a:p>
      </dgm:t>
    </dgm:pt>
    <dgm:pt modelId="{8BF1EADD-9B3E-4D31-A942-A30458A2CB82}" type="sibTrans" cxnId="{D401B5BF-441D-4C0E-8C02-AB2750F268D3}">
      <dgm:prSet/>
      <dgm:spPr/>
      <dgm:t>
        <a:bodyPr/>
        <a:lstStyle/>
        <a:p>
          <a:endParaRPr lang="en-US"/>
        </a:p>
      </dgm:t>
    </dgm:pt>
    <dgm:pt modelId="{C941BCC8-1E1F-4CC6-B759-DD9F700EBE9A}">
      <dgm:prSet custT="1"/>
      <dgm:spPr/>
      <dgm:t>
        <a:bodyPr/>
        <a:lstStyle/>
        <a:p>
          <a:r>
            <a:rPr lang="en-US" sz="2000" b="1" i="0" baseline="0" dirty="0"/>
            <a:t>Safety Data &amp; Analytics</a:t>
          </a:r>
          <a:endParaRPr lang="en-US" sz="2000" dirty="0"/>
        </a:p>
      </dgm:t>
    </dgm:pt>
    <dgm:pt modelId="{A7C613D0-3662-422A-96FF-81A34DC1391B}" type="parTrans" cxnId="{3DAFC191-8B45-4DC9-B23B-208F8760BC0C}">
      <dgm:prSet/>
      <dgm:spPr/>
      <dgm:t>
        <a:bodyPr/>
        <a:lstStyle/>
        <a:p>
          <a:endParaRPr lang="en-US"/>
        </a:p>
      </dgm:t>
    </dgm:pt>
    <dgm:pt modelId="{5C29FE64-3921-45A0-802B-F6D3AFBDA3B6}" type="sibTrans" cxnId="{3DAFC191-8B45-4DC9-B23B-208F8760BC0C}">
      <dgm:prSet/>
      <dgm:spPr/>
      <dgm:t>
        <a:bodyPr/>
        <a:lstStyle/>
        <a:p>
          <a:endParaRPr lang="en-US"/>
        </a:p>
      </dgm:t>
    </dgm:pt>
    <dgm:pt modelId="{0B652391-8F95-4689-9196-9A68B3B0E933}">
      <dgm:prSet custT="1"/>
      <dgm:spPr/>
      <dgm:t>
        <a:bodyPr/>
        <a:lstStyle/>
        <a:p>
          <a:r>
            <a:rPr lang="en-US" sz="2000" b="1" i="0" baseline="0" dirty="0"/>
            <a:t>User-Friendly Interface</a:t>
          </a:r>
          <a:endParaRPr lang="en-US" sz="2000" dirty="0"/>
        </a:p>
      </dgm:t>
    </dgm:pt>
    <dgm:pt modelId="{E15AD7D6-DE7B-49D9-AABE-8C58B3393DBC}" type="parTrans" cxnId="{A6D41ECD-A0E7-4013-B0AF-2E4DE38ED272}">
      <dgm:prSet/>
      <dgm:spPr/>
      <dgm:t>
        <a:bodyPr/>
        <a:lstStyle/>
        <a:p>
          <a:endParaRPr lang="en-US"/>
        </a:p>
      </dgm:t>
    </dgm:pt>
    <dgm:pt modelId="{C777818C-F448-4DE2-9D30-B4232A409E2D}" type="sibTrans" cxnId="{A6D41ECD-A0E7-4013-B0AF-2E4DE38ED272}">
      <dgm:prSet/>
      <dgm:spPr/>
      <dgm:t>
        <a:bodyPr/>
        <a:lstStyle/>
        <a:p>
          <a:endParaRPr lang="en-US"/>
        </a:p>
      </dgm:t>
    </dgm:pt>
    <dgm:pt modelId="{763688D6-1A13-43DF-A83E-5E39ADC8E315}" type="pres">
      <dgm:prSet presAssocID="{D831E82C-0020-43C8-9935-C9D51A9F881A}" presName="root" presStyleCnt="0">
        <dgm:presLayoutVars>
          <dgm:dir/>
          <dgm:resizeHandles val="exact"/>
        </dgm:presLayoutVars>
      </dgm:prSet>
      <dgm:spPr/>
    </dgm:pt>
    <dgm:pt modelId="{830DF442-A481-4D20-82E8-5D7F0E7864AE}" type="pres">
      <dgm:prSet presAssocID="{D831E82C-0020-43C8-9935-C9D51A9F881A}" presName="container" presStyleCnt="0">
        <dgm:presLayoutVars>
          <dgm:dir/>
          <dgm:resizeHandles val="exact"/>
        </dgm:presLayoutVars>
      </dgm:prSet>
      <dgm:spPr/>
    </dgm:pt>
    <dgm:pt modelId="{6329C646-24C3-4BD4-82CD-E6142F61C81C}" type="pres">
      <dgm:prSet presAssocID="{9F6B5CBE-A54A-45D2-B7AE-CD32C3393C20}" presName="compNode" presStyleCnt="0"/>
      <dgm:spPr/>
    </dgm:pt>
    <dgm:pt modelId="{15B9B755-7F19-43B9-B14D-5E7B4AF12B73}" type="pres">
      <dgm:prSet presAssocID="{9F6B5CBE-A54A-45D2-B7AE-CD32C3393C20}" presName="iconBgRect" presStyleLbl="bgShp" presStyleIdx="0" presStyleCnt="5" custScaleX="190331" custScaleY="178840"/>
      <dgm:spPr/>
    </dgm:pt>
    <dgm:pt modelId="{BE4BC0E4-EDE4-4219-838F-98445015AB6E}" type="pres">
      <dgm:prSet presAssocID="{9F6B5CBE-A54A-45D2-B7AE-CD32C3393C20}" presName="iconRect" presStyleLbl="node1" presStyleIdx="0" presStyleCnt="5" custScaleX="190331" custScaleY="178840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12EBCC9B-BD8E-4A03-AC2D-8DB713D031C4}" type="pres">
      <dgm:prSet presAssocID="{9F6B5CBE-A54A-45D2-B7AE-CD32C3393C20}" presName="spaceRect" presStyleCnt="0"/>
      <dgm:spPr/>
    </dgm:pt>
    <dgm:pt modelId="{0F0B87F3-F2C2-4785-9082-EDAD9FE096BD}" type="pres">
      <dgm:prSet presAssocID="{9F6B5CBE-A54A-45D2-B7AE-CD32C3393C20}" presName="textRect" presStyleLbl="revTx" presStyleIdx="0" presStyleCnt="5" custLinFactNeighborX="15489" custLinFactNeighborY="-2341">
        <dgm:presLayoutVars>
          <dgm:chMax val="1"/>
          <dgm:chPref val="1"/>
        </dgm:presLayoutVars>
      </dgm:prSet>
      <dgm:spPr/>
    </dgm:pt>
    <dgm:pt modelId="{08E9C820-20CF-4A8A-A5ED-3C2A44C7457F}" type="pres">
      <dgm:prSet presAssocID="{3B74E3F0-1139-4D98-A154-B16580BBE4E3}" presName="sibTrans" presStyleLbl="sibTrans2D1" presStyleIdx="0" presStyleCnt="0"/>
      <dgm:spPr/>
    </dgm:pt>
    <dgm:pt modelId="{B304679C-53D5-45F2-B4B3-62CDDB64B0E4}" type="pres">
      <dgm:prSet presAssocID="{1A5249DA-36B4-4965-91FE-056CEC15445B}" presName="compNode" presStyleCnt="0"/>
      <dgm:spPr/>
    </dgm:pt>
    <dgm:pt modelId="{820C3553-2A0F-4BD6-9BA4-C9D0A54670F1}" type="pres">
      <dgm:prSet presAssocID="{1A5249DA-36B4-4965-91FE-056CEC15445B}" presName="iconBgRect" presStyleLbl="bgShp" presStyleIdx="1" presStyleCnt="5" custScaleX="190331" custScaleY="178840"/>
      <dgm:spPr/>
    </dgm:pt>
    <dgm:pt modelId="{14674FDD-9BE6-4AD9-A941-DE00270213C9}" type="pres">
      <dgm:prSet presAssocID="{1A5249DA-36B4-4965-91FE-056CEC15445B}" presName="iconRect" presStyleLbl="node1" presStyleIdx="1" presStyleCnt="5" custScaleX="190331" custScaleY="178840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3ECB0894-5A60-4FEA-804E-02471B941C52}" type="pres">
      <dgm:prSet presAssocID="{1A5249DA-36B4-4965-91FE-056CEC15445B}" presName="spaceRect" presStyleCnt="0"/>
      <dgm:spPr/>
    </dgm:pt>
    <dgm:pt modelId="{99922914-C7F7-450B-ACDF-60DAD2465E4C}" type="pres">
      <dgm:prSet presAssocID="{1A5249DA-36B4-4965-91FE-056CEC15445B}" presName="textRect" presStyleLbl="revTx" presStyleIdx="1" presStyleCnt="5" custLinFactNeighborX="15582" custLinFactNeighborY="-13531">
        <dgm:presLayoutVars>
          <dgm:chMax val="1"/>
          <dgm:chPref val="1"/>
        </dgm:presLayoutVars>
      </dgm:prSet>
      <dgm:spPr/>
    </dgm:pt>
    <dgm:pt modelId="{26851701-CA43-4FEF-AC10-576F98421C96}" type="pres">
      <dgm:prSet presAssocID="{27B7A3F1-8B4B-42E2-A4D3-A93D74D407C6}" presName="sibTrans" presStyleLbl="sibTrans2D1" presStyleIdx="0" presStyleCnt="0"/>
      <dgm:spPr/>
    </dgm:pt>
    <dgm:pt modelId="{D9A11114-73BA-4569-A565-F755EF001D41}" type="pres">
      <dgm:prSet presAssocID="{0845E0F7-0201-403B-96B9-40720D161403}" presName="compNode" presStyleCnt="0"/>
      <dgm:spPr/>
    </dgm:pt>
    <dgm:pt modelId="{5A1C5F80-AE77-452C-A097-FFF58290D20C}" type="pres">
      <dgm:prSet presAssocID="{0845E0F7-0201-403B-96B9-40720D161403}" presName="iconBgRect" presStyleLbl="bgShp" presStyleIdx="2" presStyleCnt="5" custScaleX="190331" custScaleY="178840"/>
      <dgm:spPr/>
    </dgm:pt>
    <dgm:pt modelId="{D9E7D73E-23AB-4769-A03B-7A64C6CF9F88}" type="pres">
      <dgm:prSet presAssocID="{0845E0F7-0201-403B-96B9-40720D161403}" presName="iconRect" presStyleLbl="node1" presStyleIdx="2" presStyleCnt="5" custScaleX="190331" custScaleY="178840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ll"/>
        </a:ext>
      </dgm:extLst>
    </dgm:pt>
    <dgm:pt modelId="{51A79D60-8E8B-40F4-945D-3A64CF7EAA03}" type="pres">
      <dgm:prSet presAssocID="{0845E0F7-0201-403B-96B9-40720D161403}" presName="spaceRect" presStyleCnt="0"/>
      <dgm:spPr/>
    </dgm:pt>
    <dgm:pt modelId="{3DDB2D18-DBCB-4E66-B4E0-D73A682F8D3E}" type="pres">
      <dgm:prSet presAssocID="{0845E0F7-0201-403B-96B9-40720D161403}" presName="textRect" presStyleLbl="revTx" presStyleIdx="2" presStyleCnt="5" custLinFactNeighborX="21246" custLinFactNeighborY="-2460">
        <dgm:presLayoutVars>
          <dgm:chMax val="1"/>
          <dgm:chPref val="1"/>
        </dgm:presLayoutVars>
      </dgm:prSet>
      <dgm:spPr/>
    </dgm:pt>
    <dgm:pt modelId="{EA706501-3366-475D-98F0-462A860A07BB}" type="pres">
      <dgm:prSet presAssocID="{8BF1EADD-9B3E-4D31-A942-A30458A2CB82}" presName="sibTrans" presStyleLbl="sibTrans2D1" presStyleIdx="0" presStyleCnt="0"/>
      <dgm:spPr/>
    </dgm:pt>
    <dgm:pt modelId="{C952931A-B4BE-4CEF-A5F5-E86EF7B4A8CA}" type="pres">
      <dgm:prSet presAssocID="{C941BCC8-1E1F-4CC6-B759-DD9F700EBE9A}" presName="compNode" presStyleCnt="0"/>
      <dgm:spPr/>
    </dgm:pt>
    <dgm:pt modelId="{511E83E2-120B-4EF3-AD29-2F8DDC73C9CB}" type="pres">
      <dgm:prSet presAssocID="{C941BCC8-1E1F-4CC6-B759-DD9F700EBE9A}" presName="iconBgRect" presStyleLbl="bgShp" presStyleIdx="3" presStyleCnt="5" custScaleX="190331" custScaleY="178840"/>
      <dgm:spPr/>
    </dgm:pt>
    <dgm:pt modelId="{527B2C0F-6580-4A2A-B813-81A56876BC0A}" type="pres">
      <dgm:prSet presAssocID="{C941BCC8-1E1F-4CC6-B759-DD9F700EBE9A}" presName="iconRect" presStyleLbl="node1" presStyleIdx="3" presStyleCnt="5" custScaleX="190331" custScaleY="178840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CA2D4A03-C31D-4694-9398-A8F47AF7CB8C}" type="pres">
      <dgm:prSet presAssocID="{C941BCC8-1E1F-4CC6-B759-DD9F700EBE9A}" presName="spaceRect" presStyleCnt="0"/>
      <dgm:spPr/>
    </dgm:pt>
    <dgm:pt modelId="{ECE8CB78-3EE5-41D9-A278-AFE861137F1E}" type="pres">
      <dgm:prSet presAssocID="{C941BCC8-1E1F-4CC6-B759-DD9F700EBE9A}" presName="textRect" presStyleLbl="revTx" presStyleIdx="3" presStyleCnt="5" custLinFactNeighborX="16471">
        <dgm:presLayoutVars>
          <dgm:chMax val="1"/>
          <dgm:chPref val="1"/>
        </dgm:presLayoutVars>
      </dgm:prSet>
      <dgm:spPr/>
    </dgm:pt>
    <dgm:pt modelId="{9A89CD34-C652-4A8F-A164-30680CC7F37A}" type="pres">
      <dgm:prSet presAssocID="{5C29FE64-3921-45A0-802B-F6D3AFBDA3B6}" presName="sibTrans" presStyleLbl="sibTrans2D1" presStyleIdx="0" presStyleCnt="0"/>
      <dgm:spPr/>
    </dgm:pt>
    <dgm:pt modelId="{2D858C91-DB98-4BE0-9809-E468AD6DBFD0}" type="pres">
      <dgm:prSet presAssocID="{0B652391-8F95-4689-9196-9A68B3B0E933}" presName="compNode" presStyleCnt="0"/>
      <dgm:spPr/>
    </dgm:pt>
    <dgm:pt modelId="{DF1F9AC9-7153-459D-BF5E-9A562E44F04B}" type="pres">
      <dgm:prSet presAssocID="{0B652391-8F95-4689-9196-9A68B3B0E933}" presName="iconBgRect" presStyleLbl="bgShp" presStyleIdx="4" presStyleCnt="5" custScaleX="190331" custScaleY="178840"/>
      <dgm:spPr/>
    </dgm:pt>
    <dgm:pt modelId="{FB39C5D5-B898-4E39-9C3D-FF0531885DF9}" type="pres">
      <dgm:prSet presAssocID="{0B652391-8F95-4689-9196-9A68B3B0E933}" presName="iconRect" presStyleLbl="node1" presStyleIdx="4" presStyleCnt="5" custScaleX="190331" custScaleY="178840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CF13EA35-4870-4B1A-8AF6-D86007475040}" type="pres">
      <dgm:prSet presAssocID="{0B652391-8F95-4689-9196-9A68B3B0E933}" presName="spaceRect" presStyleCnt="0"/>
      <dgm:spPr/>
    </dgm:pt>
    <dgm:pt modelId="{9E9FE492-EE61-4464-BCDE-76ED8F9B952B}" type="pres">
      <dgm:prSet presAssocID="{0B652391-8F95-4689-9196-9A68B3B0E933}" presName="textRect" presStyleLbl="revTx" presStyleIdx="4" presStyleCnt="5" custLinFactNeighborX="16563">
        <dgm:presLayoutVars>
          <dgm:chMax val="1"/>
          <dgm:chPref val="1"/>
        </dgm:presLayoutVars>
      </dgm:prSet>
      <dgm:spPr/>
    </dgm:pt>
  </dgm:ptLst>
  <dgm:cxnLst>
    <dgm:cxn modelId="{DA98AD0B-315B-4418-A233-E73BB76066CF}" type="presOf" srcId="{3B74E3F0-1139-4D98-A154-B16580BBE4E3}" destId="{08E9C820-20CF-4A8A-A5ED-3C2A44C7457F}" srcOrd="0" destOrd="0" presId="urn:microsoft.com/office/officeart/2018/2/layout/IconCircleList"/>
    <dgm:cxn modelId="{D1EB780E-D24D-4BFC-90C3-E4279E1E712D}" srcId="{D831E82C-0020-43C8-9935-C9D51A9F881A}" destId="{9F6B5CBE-A54A-45D2-B7AE-CD32C3393C20}" srcOrd="0" destOrd="0" parTransId="{CF3A2C11-C4B9-44EF-9C5F-2277D1F8673C}" sibTransId="{3B74E3F0-1139-4D98-A154-B16580BBE4E3}"/>
    <dgm:cxn modelId="{13DB1134-0B4B-4B9D-BA7F-147E636C1D98}" type="presOf" srcId="{9F6B5CBE-A54A-45D2-B7AE-CD32C3393C20}" destId="{0F0B87F3-F2C2-4785-9082-EDAD9FE096BD}" srcOrd="0" destOrd="0" presId="urn:microsoft.com/office/officeart/2018/2/layout/IconCircleList"/>
    <dgm:cxn modelId="{E7169B6A-1BD1-48EA-A49D-9EFBDAC16D55}" type="presOf" srcId="{0845E0F7-0201-403B-96B9-40720D161403}" destId="{3DDB2D18-DBCB-4E66-B4E0-D73A682F8D3E}" srcOrd="0" destOrd="0" presId="urn:microsoft.com/office/officeart/2018/2/layout/IconCircleList"/>
    <dgm:cxn modelId="{3708D16C-FF65-4FA6-B901-7BB39220D4A3}" type="presOf" srcId="{27B7A3F1-8B4B-42E2-A4D3-A93D74D407C6}" destId="{26851701-CA43-4FEF-AC10-576F98421C96}" srcOrd="0" destOrd="0" presId="urn:microsoft.com/office/officeart/2018/2/layout/IconCircleList"/>
    <dgm:cxn modelId="{CBD56D71-8C97-463F-A5B5-5DCED8717199}" srcId="{D831E82C-0020-43C8-9935-C9D51A9F881A}" destId="{1A5249DA-36B4-4965-91FE-056CEC15445B}" srcOrd="1" destOrd="0" parTransId="{6757CDB8-9E2C-4ED1-AAB3-130087635F32}" sibTransId="{27B7A3F1-8B4B-42E2-A4D3-A93D74D407C6}"/>
    <dgm:cxn modelId="{B2F4F380-DA3F-431E-97AB-70AD33EF17D1}" type="presOf" srcId="{0B652391-8F95-4689-9196-9A68B3B0E933}" destId="{9E9FE492-EE61-4464-BCDE-76ED8F9B952B}" srcOrd="0" destOrd="0" presId="urn:microsoft.com/office/officeart/2018/2/layout/IconCircleList"/>
    <dgm:cxn modelId="{26087D8F-FA20-4AA2-B4E2-00F4A5370BB6}" type="presOf" srcId="{D831E82C-0020-43C8-9935-C9D51A9F881A}" destId="{763688D6-1A13-43DF-A83E-5E39ADC8E315}" srcOrd="0" destOrd="0" presId="urn:microsoft.com/office/officeart/2018/2/layout/IconCircleList"/>
    <dgm:cxn modelId="{3DAFC191-8B45-4DC9-B23B-208F8760BC0C}" srcId="{D831E82C-0020-43C8-9935-C9D51A9F881A}" destId="{C941BCC8-1E1F-4CC6-B759-DD9F700EBE9A}" srcOrd="3" destOrd="0" parTransId="{A7C613D0-3662-422A-96FF-81A34DC1391B}" sibTransId="{5C29FE64-3921-45A0-802B-F6D3AFBDA3B6}"/>
    <dgm:cxn modelId="{F4C4EDBC-C395-496F-878B-7FF390237D1C}" type="presOf" srcId="{8BF1EADD-9B3E-4D31-A942-A30458A2CB82}" destId="{EA706501-3366-475D-98F0-462A860A07BB}" srcOrd="0" destOrd="0" presId="urn:microsoft.com/office/officeart/2018/2/layout/IconCircleList"/>
    <dgm:cxn modelId="{D401B5BF-441D-4C0E-8C02-AB2750F268D3}" srcId="{D831E82C-0020-43C8-9935-C9D51A9F881A}" destId="{0845E0F7-0201-403B-96B9-40720D161403}" srcOrd="2" destOrd="0" parTransId="{015BCF72-A302-49C9-AECD-217B005639F4}" sibTransId="{8BF1EADD-9B3E-4D31-A942-A30458A2CB82}"/>
    <dgm:cxn modelId="{CDF508C4-E6A4-419E-AF6E-C219131037E1}" type="presOf" srcId="{5C29FE64-3921-45A0-802B-F6D3AFBDA3B6}" destId="{9A89CD34-C652-4A8F-A164-30680CC7F37A}" srcOrd="0" destOrd="0" presId="urn:microsoft.com/office/officeart/2018/2/layout/IconCircleList"/>
    <dgm:cxn modelId="{A6D41ECD-A0E7-4013-B0AF-2E4DE38ED272}" srcId="{D831E82C-0020-43C8-9935-C9D51A9F881A}" destId="{0B652391-8F95-4689-9196-9A68B3B0E933}" srcOrd="4" destOrd="0" parTransId="{E15AD7D6-DE7B-49D9-AABE-8C58B3393DBC}" sibTransId="{C777818C-F448-4DE2-9D30-B4232A409E2D}"/>
    <dgm:cxn modelId="{D450E6E7-16EA-45D0-A4CD-F0DCE64B8AB4}" type="presOf" srcId="{C941BCC8-1E1F-4CC6-B759-DD9F700EBE9A}" destId="{ECE8CB78-3EE5-41D9-A278-AFE861137F1E}" srcOrd="0" destOrd="0" presId="urn:microsoft.com/office/officeart/2018/2/layout/IconCircleList"/>
    <dgm:cxn modelId="{C67FA0EC-6FA0-41ED-80DD-0C25606743D7}" type="presOf" srcId="{1A5249DA-36B4-4965-91FE-056CEC15445B}" destId="{99922914-C7F7-450B-ACDF-60DAD2465E4C}" srcOrd="0" destOrd="0" presId="urn:microsoft.com/office/officeart/2018/2/layout/IconCircleList"/>
    <dgm:cxn modelId="{76E5415E-1A29-4A3A-963D-8CE76EB95EA9}" type="presParOf" srcId="{763688D6-1A13-43DF-A83E-5E39ADC8E315}" destId="{830DF442-A481-4D20-82E8-5D7F0E7864AE}" srcOrd="0" destOrd="0" presId="urn:microsoft.com/office/officeart/2018/2/layout/IconCircleList"/>
    <dgm:cxn modelId="{552824F4-7E04-44D8-8F00-BE9CDFAEAE89}" type="presParOf" srcId="{830DF442-A481-4D20-82E8-5D7F0E7864AE}" destId="{6329C646-24C3-4BD4-82CD-E6142F61C81C}" srcOrd="0" destOrd="0" presId="urn:microsoft.com/office/officeart/2018/2/layout/IconCircleList"/>
    <dgm:cxn modelId="{DD168499-79FC-4171-B28D-AFB0BEEA87B8}" type="presParOf" srcId="{6329C646-24C3-4BD4-82CD-E6142F61C81C}" destId="{15B9B755-7F19-43B9-B14D-5E7B4AF12B73}" srcOrd="0" destOrd="0" presId="urn:microsoft.com/office/officeart/2018/2/layout/IconCircleList"/>
    <dgm:cxn modelId="{CB016654-B5B7-486E-96C8-0C08A1C32042}" type="presParOf" srcId="{6329C646-24C3-4BD4-82CD-E6142F61C81C}" destId="{BE4BC0E4-EDE4-4219-838F-98445015AB6E}" srcOrd="1" destOrd="0" presId="urn:microsoft.com/office/officeart/2018/2/layout/IconCircleList"/>
    <dgm:cxn modelId="{0234BB5C-4D83-48E4-A72B-C58D297DA161}" type="presParOf" srcId="{6329C646-24C3-4BD4-82CD-E6142F61C81C}" destId="{12EBCC9B-BD8E-4A03-AC2D-8DB713D031C4}" srcOrd="2" destOrd="0" presId="urn:microsoft.com/office/officeart/2018/2/layout/IconCircleList"/>
    <dgm:cxn modelId="{8292D48B-488B-4759-85E8-F1E161E16475}" type="presParOf" srcId="{6329C646-24C3-4BD4-82CD-E6142F61C81C}" destId="{0F0B87F3-F2C2-4785-9082-EDAD9FE096BD}" srcOrd="3" destOrd="0" presId="urn:microsoft.com/office/officeart/2018/2/layout/IconCircleList"/>
    <dgm:cxn modelId="{0DBEF7AA-C2BA-4B28-889C-1E11673ED6B8}" type="presParOf" srcId="{830DF442-A481-4D20-82E8-5D7F0E7864AE}" destId="{08E9C820-20CF-4A8A-A5ED-3C2A44C7457F}" srcOrd="1" destOrd="0" presId="urn:microsoft.com/office/officeart/2018/2/layout/IconCircleList"/>
    <dgm:cxn modelId="{7B52F9E9-211A-46AC-9B2B-A65767E90384}" type="presParOf" srcId="{830DF442-A481-4D20-82E8-5D7F0E7864AE}" destId="{B304679C-53D5-45F2-B4B3-62CDDB64B0E4}" srcOrd="2" destOrd="0" presId="urn:microsoft.com/office/officeart/2018/2/layout/IconCircleList"/>
    <dgm:cxn modelId="{1B5B67B5-90B9-4B5A-9FAE-5A78FBBF3E9E}" type="presParOf" srcId="{B304679C-53D5-45F2-B4B3-62CDDB64B0E4}" destId="{820C3553-2A0F-4BD6-9BA4-C9D0A54670F1}" srcOrd="0" destOrd="0" presId="urn:microsoft.com/office/officeart/2018/2/layout/IconCircleList"/>
    <dgm:cxn modelId="{D67CB866-5450-499D-BFC1-45B3CFABAA6E}" type="presParOf" srcId="{B304679C-53D5-45F2-B4B3-62CDDB64B0E4}" destId="{14674FDD-9BE6-4AD9-A941-DE00270213C9}" srcOrd="1" destOrd="0" presId="urn:microsoft.com/office/officeart/2018/2/layout/IconCircleList"/>
    <dgm:cxn modelId="{C3D4E192-7757-4758-A79B-33EC74346A1C}" type="presParOf" srcId="{B304679C-53D5-45F2-B4B3-62CDDB64B0E4}" destId="{3ECB0894-5A60-4FEA-804E-02471B941C52}" srcOrd="2" destOrd="0" presId="urn:microsoft.com/office/officeart/2018/2/layout/IconCircleList"/>
    <dgm:cxn modelId="{7EFD3D44-B68C-4690-83DE-2CDCDB738381}" type="presParOf" srcId="{B304679C-53D5-45F2-B4B3-62CDDB64B0E4}" destId="{99922914-C7F7-450B-ACDF-60DAD2465E4C}" srcOrd="3" destOrd="0" presId="urn:microsoft.com/office/officeart/2018/2/layout/IconCircleList"/>
    <dgm:cxn modelId="{4BA0F31B-2AD0-443F-A515-423E193CEF73}" type="presParOf" srcId="{830DF442-A481-4D20-82E8-5D7F0E7864AE}" destId="{26851701-CA43-4FEF-AC10-576F98421C96}" srcOrd="3" destOrd="0" presId="urn:microsoft.com/office/officeart/2018/2/layout/IconCircleList"/>
    <dgm:cxn modelId="{BF3125AF-629A-49AA-A938-FA5B5E5AB5D8}" type="presParOf" srcId="{830DF442-A481-4D20-82E8-5D7F0E7864AE}" destId="{D9A11114-73BA-4569-A565-F755EF001D41}" srcOrd="4" destOrd="0" presId="urn:microsoft.com/office/officeart/2018/2/layout/IconCircleList"/>
    <dgm:cxn modelId="{977EDE83-FA4C-4292-AC8F-F442EDA2D825}" type="presParOf" srcId="{D9A11114-73BA-4569-A565-F755EF001D41}" destId="{5A1C5F80-AE77-452C-A097-FFF58290D20C}" srcOrd="0" destOrd="0" presId="urn:microsoft.com/office/officeart/2018/2/layout/IconCircleList"/>
    <dgm:cxn modelId="{6C9E624A-196A-4B8E-9893-492208794049}" type="presParOf" srcId="{D9A11114-73BA-4569-A565-F755EF001D41}" destId="{D9E7D73E-23AB-4769-A03B-7A64C6CF9F88}" srcOrd="1" destOrd="0" presId="urn:microsoft.com/office/officeart/2018/2/layout/IconCircleList"/>
    <dgm:cxn modelId="{75505693-D57B-4C45-9232-63964E485D2F}" type="presParOf" srcId="{D9A11114-73BA-4569-A565-F755EF001D41}" destId="{51A79D60-8E8B-40F4-945D-3A64CF7EAA03}" srcOrd="2" destOrd="0" presId="urn:microsoft.com/office/officeart/2018/2/layout/IconCircleList"/>
    <dgm:cxn modelId="{5ECA7AD3-B055-4411-BBB2-CEAE95E4A50C}" type="presParOf" srcId="{D9A11114-73BA-4569-A565-F755EF001D41}" destId="{3DDB2D18-DBCB-4E66-B4E0-D73A682F8D3E}" srcOrd="3" destOrd="0" presId="urn:microsoft.com/office/officeart/2018/2/layout/IconCircleList"/>
    <dgm:cxn modelId="{E2FCDE6A-BD55-4C1A-9F25-1FF9C96F4C36}" type="presParOf" srcId="{830DF442-A481-4D20-82E8-5D7F0E7864AE}" destId="{EA706501-3366-475D-98F0-462A860A07BB}" srcOrd="5" destOrd="0" presId="urn:microsoft.com/office/officeart/2018/2/layout/IconCircleList"/>
    <dgm:cxn modelId="{72D263C3-6B37-463B-BAD3-DA128CA0BF5E}" type="presParOf" srcId="{830DF442-A481-4D20-82E8-5D7F0E7864AE}" destId="{C952931A-B4BE-4CEF-A5F5-E86EF7B4A8CA}" srcOrd="6" destOrd="0" presId="urn:microsoft.com/office/officeart/2018/2/layout/IconCircleList"/>
    <dgm:cxn modelId="{9132E692-8BB8-4BF4-B3E1-738048ED497D}" type="presParOf" srcId="{C952931A-B4BE-4CEF-A5F5-E86EF7B4A8CA}" destId="{511E83E2-120B-4EF3-AD29-2F8DDC73C9CB}" srcOrd="0" destOrd="0" presId="urn:microsoft.com/office/officeart/2018/2/layout/IconCircleList"/>
    <dgm:cxn modelId="{4AB32459-979A-4333-96A4-343C5352D8E7}" type="presParOf" srcId="{C952931A-B4BE-4CEF-A5F5-E86EF7B4A8CA}" destId="{527B2C0F-6580-4A2A-B813-81A56876BC0A}" srcOrd="1" destOrd="0" presId="urn:microsoft.com/office/officeart/2018/2/layout/IconCircleList"/>
    <dgm:cxn modelId="{7AEAD4A3-8DFC-4C2B-A3A2-F4D18A4F0561}" type="presParOf" srcId="{C952931A-B4BE-4CEF-A5F5-E86EF7B4A8CA}" destId="{CA2D4A03-C31D-4694-9398-A8F47AF7CB8C}" srcOrd="2" destOrd="0" presId="urn:microsoft.com/office/officeart/2018/2/layout/IconCircleList"/>
    <dgm:cxn modelId="{1F4B4565-BF59-4787-9FFA-5F7C5F4ABB62}" type="presParOf" srcId="{C952931A-B4BE-4CEF-A5F5-E86EF7B4A8CA}" destId="{ECE8CB78-3EE5-41D9-A278-AFE861137F1E}" srcOrd="3" destOrd="0" presId="urn:microsoft.com/office/officeart/2018/2/layout/IconCircleList"/>
    <dgm:cxn modelId="{1A1A936E-3C21-41FC-9C30-2F0B10B2F7F3}" type="presParOf" srcId="{830DF442-A481-4D20-82E8-5D7F0E7864AE}" destId="{9A89CD34-C652-4A8F-A164-30680CC7F37A}" srcOrd="7" destOrd="0" presId="urn:microsoft.com/office/officeart/2018/2/layout/IconCircleList"/>
    <dgm:cxn modelId="{2FC7CB0E-61A1-440D-8ED8-C888CF08AFE8}" type="presParOf" srcId="{830DF442-A481-4D20-82E8-5D7F0E7864AE}" destId="{2D858C91-DB98-4BE0-9809-E468AD6DBFD0}" srcOrd="8" destOrd="0" presId="urn:microsoft.com/office/officeart/2018/2/layout/IconCircleList"/>
    <dgm:cxn modelId="{C2EFAC79-2F84-4187-B901-BB455262BCFE}" type="presParOf" srcId="{2D858C91-DB98-4BE0-9809-E468AD6DBFD0}" destId="{DF1F9AC9-7153-459D-BF5E-9A562E44F04B}" srcOrd="0" destOrd="0" presId="urn:microsoft.com/office/officeart/2018/2/layout/IconCircleList"/>
    <dgm:cxn modelId="{BBFD91AE-82C7-4CFC-B038-CC2209E1A908}" type="presParOf" srcId="{2D858C91-DB98-4BE0-9809-E468AD6DBFD0}" destId="{FB39C5D5-B898-4E39-9C3D-FF0531885DF9}" srcOrd="1" destOrd="0" presId="urn:microsoft.com/office/officeart/2018/2/layout/IconCircleList"/>
    <dgm:cxn modelId="{F5C25E27-274D-4B2A-8004-7820BF4E1E4C}" type="presParOf" srcId="{2D858C91-DB98-4BE0-9809-E468AD6DBFD0}" destId="{CF13EA35-4870-4B1A-8AF6-D86007475040}" srcOrd="2" destOrd="0" presId="urn:microsoft.com/office/officeart/2018/2/layout/IconCircleList"/>
    <dgm:cxn modelId="{F230C1D6-AFF6-4A78-94A2-75A9CE1C32E9}" type="presParOf" srcId="{2D858C91-DB98-4BE0-9809-E468AD6DBFD0}" destId="{9E9FE492-EE61-4464-BCDE-76ED8F9B952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831E82C-0020-43C8-9935-C9D51A9F881A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B652391-8F95-4689-9196-9A68B3B0E933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600" b="1"/>
            <a:t>Corporate Clients</a:t>
          </a:r>
          <a:endParaRPr lang="en-US" sz="1600"/>
        </a:p>
      </dgm:t>
    </dgm:pt>
    <dgm:pt modelId="{C777818C-F448-4DE2-9D30-B4232A409E2D}" type="sibTrans" cxnId="{A6D41ECD-A0E7-4013-B0AF-2E4DE38ED272}">
      <dgm:prSet/>
      <dgm:spPr/>
      <dgm:t>
        <a:bodyPr/>
        <a:lstStyle/>
        <a:p>
          <a:endParaRPr lang="en-US"/>
        </a:p>
      </dgm:t>
    </dgm:pt>
    <dgm:pt modelId="{E15AD7D6-DE7B-49D9-AABE-8C58B3393DBC}" type="parTrans" cxnId="{A6D41ECD-A0E7-4013-B0AF-2E4DE38ED272}">
      <dgm:prSet/>
      <dgm:spPr/>
      <dgm:t>
        <a:bodyPr/>
        <a:lstStyle/>
        <a:p>
          <a:endParaRPr lang="en-US" sz="3600"/>
        </a:p>
      </dgm:t>
    </dgm:pt>
    <dgm:pt modelId="{9F6B5CBE-A54A-45D2-B7AE-CD32C3393C20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 sz="1600" b="1" dirty="0"/>
            <a:t>Logistics &amp; Delivery Companies</a:t>
          </a:r>
          <a:endParaRPr lang="en-US" sz="1600" dirty="0"/>
        </a:p>
      </dgm:t>
    </dgm:pt>
    <dgm:pt modelId="{3B74E3F0-1139-4D98-A154-B16580BBE4E3}" type="sibTrans" cxnId="{D1EB780E-D24D-4BFC-90C3-E4279E1E712D}">
      <dgm:prSet/>
      <dgm:spPr/>
      <dgm:t>
        <a:bodyPr/>
        <a:lstStyle/>
        <a:p>
          <a:endParaRPr lang="en-US"/>
        </a:p>
      </dgm:t>
    </dgm:pt>
    <dgm:pt modelId="{CF3A2C11-C4B9-44EF-9C5F-2277D1F8673C}" type="parTrans" cxnId="{D1EB780E-D24D-4BFC-90C3-E4279E1E712D}">
      <dgm:prSet/>
      <dgm:spPr/>
      <dgm:t>
        <a:bodyPr/>
        <a:lstStyle/>
        <a:p>
          <a:endParaRPr lang="en-US" sz="3600"/>
        </a:p>
      </dgm:t>
    </dgm:pt>
    <dgm:pt modelId="{0845E0F7-0201-403B-96B9-40720D161403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600" b="1"/>
            <a:t>Passengers</a:t>
          </a:r>
          <a:endParaRPr lang="en-US" sz="1600"/>
        </a:p>
      </dgm:t>
    </dgm:pt>
    <dgm:pt modelId="{8BF1EADD-9B3E-4D31-A942-A30458A2CB82}" type="sibTrans" cxnId="{D401B5BF-441D-4C0E-8C02-AB2750F268D3}">
      <dgm:prSet/>
      <dgm:spPr/>
      <dgm:t>
        <a:bodyPr/>
        <a:lstStyle/>
        <a:p>
          <a:endParaRPr lang="en-US"/>
        </a:p>
      </dgm:t>
    </dgm:pt>
    <dgm:pt modelId="{015BCF72-A302-49C9-AECD-217B005639F4}" type="parTrans" cxnId="{D401B5BF-441D-4C0E-8C02-AB2750F268D3}">
      <dgm:prSet/>
      <dgm:spPr/>
      <dgm:t>
        <a:bodyPr/>
        <a:lstStyle/>
        <a:p>
          <a:endParaRPr lang="en-US" sz="3600"/>
        </a:p>
      </dgm:t>
    </dgm:pt>
    <dgm:pt modelId="{1A5249DA-36B4-4965-91FE-056CEC15445B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600" b="1"/>
            <a:t>Rental Transport Companies </a:t>
          </a:r>
          <a:endParaRPr lang="en-US" sz="1600"/>
        </a:p>
      </dgm:t>
    </dgm:pt>
    <dgm:pt modelId="{27B7A3F1-8B4B-42E2-A4D3-A93D74D407C6}" type="sibTrans" cxnId="{CBD56D71-8C97-463F-A5B5-5DCED8717199}">
      <dgm:prSet/>
      <dgm:spPr/>
      <dgm:t>
        <a:bodyPr/>
        <a:lstStyle/>
        <a:p>
          <a:endParaRPr lang="en-US"/>
        </a:p>
      </dgm:t>
    </dgm:pt>
    <dgm:pt modelId="{6757CDB8-9E2C-4ED1-AAB3-130087635F32}" type="parTrans" cxnId="{CBD56D71-8C97-463F-A5B5-5DCED8717199}">
      <dgm:prSet/>
      <dgm:spPr/>
      <dgm:t>
        <a:bodyPr/>
        <a:lstStyle/>
        <a:p>
          <a:endParaRPr lang="en-US" sz="3600"/>
        </a:p>
      </dgm:t>
    </dgm:pt>
    <dgm:pt modelId="{C941BCC8-1E1F-4CC6-B759-DD9F700EBE9A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600" b="1"/>
            <a:t>Insurance Companies</a:t>
          </a:r>
          <a:endParaRPr lang="en-US" sz="1600"/>
        </a:p>
      </dgm:t>
    </dgm:pt>
    <dgm:pt modelId="{5C29FE64-3921-45A0-802B-F6D3AFBDA3B6}" type="sibTrans" cxnId="{3DAFC191-8B45-4DC9-B23B-208F8760BC0C}">
      <dgm:prSet/>
      <dgm:spPr/>
      <dgm:t>
        <a:bodyPr/>
        <a:lstStyle/>
        <a:p>
          <a:endParaRPr lang="en-US"/>
        </a:p>
      </dgm:t>
    </dgm:pt>
    <dgm:pt modelId="{A7C613D0-3662-422A-96FF-81A34DC1391B}" type="parTrans" cxnId="{3DAFC191-8B45-4DC9-B23B-208F8760BC0C}">
      <dgm:prSet/>
      <dgm:spPr/>
      <dgm:t>
        <a:bodyPr/>
        <a:lstStyle/>
        <a:p>
          <a:endParaRPr lang="en-US" sz="3600"/>
        </a:p>
      </dgm:t>
    </dgm:pt>
    <dgm:pt modelId="{93A1D7B3-3EBA-491F-8428-D038397FCEF8}" type="pres">
      <dgm:prSet presAssocID="{D831E82C-0020-43C8-9935-C9D51A9F881A}" presName="root" presStyleCnt="0">
        <dgm:presLayoutVars>
          <dgm:dir/>
          <dgm:resizeHandles val="exact"/>
        </dgm:presLayoutVars>
      </dgm:prSet>
      <dgm:spPr/>
    </dgm:pt>
    <dgm:pt modelId="{54932C22-F037-4A0D-AFBC-EE913EB414B5}" type="pres">
      <dgm:prSet presAssocID="{9F6B5CBE-A54A-45D2-B7AE-CD32C3393C20}" presName="compNode" presStyleCnt="0"/>
      <dgm:spPr/>
    </dgm:pt>
    <dgm:pt modelId="{E3ADC95B-7324-4742-A48E-B5ED374ECECC}" type="pres">
      <dgm:prSet presAssocID="{9F6B5CBE-A54A-45D2-B7AE-CD32C3393C20}" presName="iconBgRect" presStyleLbl="bgShp" presStyleIdx="0" presStyleCnt="5"/>
      <dgm:spPr/>
    </dgm:pt>
    <dgm:pt modelId="{B4A887A5-637F-43F3-B7EA-47482C376B18}" type="pres">
      <dgm:prSet presAssocID="{9F6B5CBE-A54A-45D2-B7AE-CD32C3393C2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497A1B2E-1813-492C-AF90-E1342E50F65C}" type="pres">
      <dgm:prSet presAssocID="{9F6B5CBE-A54A-45D2-B7AE-CD32C3393C20}" presName="spaceRect" presStyleCnt="0"/>
      <dgm:spPr/>
    </dgm:pt>
    <dgm:pt modelId="{F36EFFEF-738E-40AF-BD42-F0D0AF11DDA0}" type="pres">
      <dgm:prSet presAssocID="{9F6B5CBE-A54A-45D2-B7AE-CD32C3393C20}" presName="textRect" presStyleLbl="revTx" presStyleIdx="0" presStyleCnt="5">
        <dgm:presLayoutVars>
          <dgm:chMax val="1"/>
          <dgm:chPref val="1"/>
        </dgm:presLayoutVars>
      </dgm:prSet>
      <dgm:spPr/>
    </dgm:pt>
    <dgm:pt modelId="{77AD6F79-3F77-441C-ADEB-F4A5E46EB329}" type="pres">
      <dgm:prSet presAssocID="{3B74E3F0-1139-4D98-A154-B16580BBE4E3}" presName="sibTrans" presStyleCnt="0"/>
      <dgm:spPr/>
    </dgm:pt>
    <dgm:pt modelId="{C372BF66-6C25-4666-954D-B91FE868AC63}" type="pres">
      <dgm:prSet presAssocID="{1A5249DA-36B4-4965-91FE-056CEC15445B}" presName="compNode" presStyleCnt="0"/>
      <dgm:spPr/>
    </dgm:pt>
    <dgm:pt modelId="{2EE15780-C077-40B9-B881-03B2A21965F4}" type="pres">
      <dgm:prSet presAssocID="{1A5249DA-36B4-4965-91FE-056CEC15445B}" presName="iconBgRect" presStyleLbl="bgShp" presStyleIdx="1" presStyleCnt="5"/>
      <dgm:spPr/>
    </dgm:pt>
    <dgm:pt modelId="{490C9486-A0D3-4708-BDC2-EE4AE08419F5}" type="pres">
      <dgm:prSet presAssocID="{1A5249DA-36B4-4965-91FE-056CEC15445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8764D1E3-8A19-4C4D-866D-B6F5F7427372}" type="pres">
      <dgm:prSet presAssocID="{1A5249DA-36B4-4965-91FE-056CEC15445B}" presName="spaceRect" presStyleCnt="0"/>
      <dgm:spPr/>
    </dgm:pt>
    <dgm:pt modelId="{8E38D61B-967C-483F-82BF-E368ED188387}" type="pres">
      <dgm:prSet presAssocID="{1A5249DA-36B4-4965-91FE-056CEC15445B}" presName="textRect" presStyleLbl="revTx" presStyleIdx="1" presStyleCnt="5">
        <dgm:presLayoutVars>
          <dgm:chMax val="1"/>
          <dgm:chPref val="1"/>
        </dgm:presLayoutVars>
      </dgm:prSet>
      <dgm:spPr/>
    </dgm:pt>
    <dgm:pt modelId="{3A3446BA-CFD2-44C4-9B9E-49F0D3A7109A}" type="pres">
      <dgm:prSet presAssocID="{27B7A3F1-8B4B-42E2-A4D3-A93D74D407C6}" presName="sibTrans" presStyleCnt="0"/>
      <dgm:spPr/>
    </dgm:pt>
    <dgm:pt modelId="{9077482B-3DC6-41C6-8D5A-D4B3A8FE23AC}" type="pres">
      <dgm:prSet presAssocID="{0845E0F7-0201-403B-96B9-40720D161403}" presName="compNode" presStyleCnt="0"/>
      <dgm:spPr/>
    </dgm:pt>
    <dgm:pt modelId="{11767DAC-6814-48E8-BD69-3C6DF3CABE1B}" type="pres">
      <dgm:prSet presAssocID="{0845E0F7-0201-403B-96B9-40720D161403}" presName="iconBgRect" presStyleLbl="bgShp" presStyleIdx="2" presStyleCnt="5"/>
      <dgm:spPr/>
    </dgm:pt>
    <dgm:pt modelId="{28CECDD3-E6F5-405C-8F51-36B281D41DB7}" type="pres">
      <dgm:prSet presAssocID="{0845E0F7-0201-403B-96B9-40720D16140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lot"/>
        </a:ext>
      </dgm:extLst>
    </dgm:pt>
    <dgm:pt modelId="{2E62B743-80CD-46E5-AC5D-4B900510CD38}" type="pres">
      <dgm:prSet presAssocID="{0845E0F7-0201-403B-96B9-40720D161403}" presName="spaceRect" presStyleCnt="0"/>
      <dgm:spPr/>
    </dgm:pt>
    <dgm:pt modelId="{9EA93D10-C2D3-46EE-8996-3C5CD324A02B}" type="pres">
      <dgm:prSet presAssocID="{0845E0F7-0201-403B-96B9-40720D161403}" presName="textRect" presStyleLbl="revTx" presStyleIdx="2" presStyleCnt="5">
        <dgm:presLayoutVars>
          <dgm:chMax val="1"/>
          <dgm:chPref val="1"/>
        </dgm:presLayoutVars>
      </dgm:prSet>
      <dgm:spPr/>
    </dgm:pt>
    <dgm:pt modelId="{FC523865-4C7B-47B9-837B-D6F6CC78E12B}" type="pres">
      <dgm:prSet presAssocID="{8BF1EADD-9B3E-4D31-A942-A30458A2CB82}" presName="sibTrans" presStyleCnt="0"/>
      <dgm:spPr/>
    </dgm:pt>
    <dgm:pt modelId="{045380ED-56D3-4266-986B-9F95F4AE804C}" type="pres">
      <dgm:prSet presAssocID="{C941BCC8-1E1F-4CC6-B759-DD9F700EBE9A}" presName="compNode" presStyleCnt="0"/>
      <dgm:spPr/>
    </dgm:pt>
    <dgm:pt modelId="{6049E139-809E-4C38-AB78-821ED681548A}" type="pres">
      <dgm:prSet presAssocID="{C941BCC8-1E1F-4CC6-B759-DD9F700EBE9A}" presName="iconBgRect" presStyleLbl="bgShp" presStyleIdx="3" presStyleCnt="5"/>
      <dgm:spPr/>
    </dgm:pt>
    <dgm:pt modelId="{5D01C99D-0EC7-41D1-A6B9-D2216742B169}" type="pres">
      <dgm:prSet presAssocID="{C941BCC8-1E1F-4CC6-B759-DD9F700EBE9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B5913B20-8657-4816-B80D-0C11A7422D73}" type="pres">
      <dgm:prSet presAssocID="{C941BCC8-1E1F-4CC6-B759-DD9F700EBE9A}" presName="spaceRect" presStyleCnt="0"/>
      <dgm:spPr/>
    </dgm:pt>
    <dgm:pt modelId="{0FD1742D-9C00-4EE9-9650-614CD425C6A9}" type="pres">
      <dgm:prSet presAssocID="{C941BCC8-1E1F-4CC6-B759-DD9F700EBE9A}" presName="textRect" presStyleLbl="revTx" presStyleIdx="3" presStyleCnt="5">
        <dgm:presLayoutVars>
          <dgm:chMax val="1"/>
          <dgm:chPref val="1"/>
        </dgm:presLayoutVars>
      </dgm:prSet>
      <dgm:spPr/>
    </dgm:pt>
    <dgm:pt modelId="{FF943BD2-C08E-4041-81CC-19AB80A8029A}" type="pres">
      <dgm:prSet presAssocID="{5C29FE64-3921-45A0-802B-F6D3AFBDA3B6}" presName="sibTrans" presStyleCnt="0"/>
      <dgm:spPr/>
    </dgm:pt>
    <dgm:pt modelId="{DFAADE5C-DC7A-4E55-AAAE-5B2E44FC30D7}" type="pres">
      <dgm:prSet presAssocID="{0B652391-8F95-4689-9196-9A68B3B0E933}" presName="compNode" presStyleCnt="0"/>
      <dgm:spPr/>
    </dgm:pt>
    <dgm:pt modelId="{242ED7C7-B1D5-42A5-ACD6-D3B2DAB91CD7}" type="pres">
      <dgm:prSet presAssocID="{0B652391-8F95-4689-9196-9A68B3B0E933}" presName="iconBgRect" presStyleLbl="bgShp" presStyleIdx="4" presStyleCnt="5"/>
      <dgm:spPr/>
    </dgm:pt>
    <dgm:pt modelId="{4A835B40-5C11-4FB8-B440-86A79F13EC43}" type="pres">
      <dgm:prSet presAssocID="{0B652391-8F95-4689-9196-9A68B3B0E93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ilding"/>
        </a:ext>
      </dgm:extLst>
    </dgm:pt>
    <dgm:pt modelId="{FACC0232-7A2C-4DD8-835A-5974B02556FD}" type="pres">
      <dgm:prSet presAssocID="{0B652391-8F95-4689-9196-9A68B3B0E933}" presName="spaceRect" presStyleCnt="0"/>
      <dgm:spPr/>
    </dgm:pt>
    <dgm:pt modelId="{90E5BC00-D119-4919-AA5F-1B234505E1CB}" type="pres">
      <dgm:prSet presAssocID="{0B652391-8F95-4689-9196-9A68B3B0E933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D1EB780E-D24D-4BFC-90C3-E4279E1E712D}" srcId="{D831E82C-0020-43C8-9935-C9D51A9F881A}" destId="{9F6B5CBE-A54A-45D2-B7AE-CD32C3393C20}" srcOrd="0" destOrd="0" parTransId="{CF3A2C11-C4B9-44EF-9C5F-2277D1F8673C}" sibTransId="{3B74E3F0-1139-4D98-A154-B16580BBE4E3}"/>
    <dgm:cxn modelId="{4FAAAF1F-68EB-478A-A56F-B93C80CA010F}" type="presOf" srcId="{C941BCC8-1E1F-4CC6-B759-DD9F700EBE9A}" destId="{0FD1742D-9C00-4EE9-9650-614CD425C6A9}" srcOrd="0" destOrd="0" presId="urn:microsoft.com/office/officeart/2018/5/layout/IconCircleLabelList"/>
    <dgm:cxn modelId="{CBD56D71-8C97-463F-A5B5-5DCED8717199}" srcId="{D831E82C-0020-43C8-9935-C9D51A9F881A}" destId="{1A5249DA-36B4-4965-91FE-056CEC15445B}" srcOrd="1" destOrd="0" parTransId="{6757CDB8-9E2C-4ED1-AAB3-130087635F32}" sibTransId="{27B7A3F1-8B4B-42E2-A4D3-A93D74D407C6}"/>
    <dgm:cxn modelId="{B7A09374-32EE-46C8-9EBA-506097D29DD1}" type="presOf" srcId="{1A5249DA-36B4-4965-91FE-056CEC15445B}" destId="{8E38D61B-967C-483F-82BF-E368ED188387}" srcOrd="0" destOrd="0" presId="urn:microsoft.com/office/officeart/2018/5/layout/IconCircleLabelList"/>
    <dgm:cxn modelId="{A1515E7E-1DAE-4719-9155-338CDFF932B2}" type="presOf" srcId="{0B652391-8F95-4689-9196-9A68B3B0E933}" destId="{90E5BC00-D119-4919-AA5F-1B234505E1CB}" srcOrd="0" destOrd="0" presId="urn:microsoft.com/office/officeart/2018/5/layout/IconCircleLabelList"/>
    <dgm:cxn modelId="{D1FE998A-A7C6-4424-A68D-EE4DC0D3D83A}" type="presOf" srcId="{D831E82C-0020-43C8-9935-C9D51A9F881A}" destId="{93A1D7B3-3EBA-491F-8428-D038397FCEF8}" srcOrd="0" destOrd="0" presId="urn:microsoft.com/office/officeart/2018/5/layout/IconCircleLabelList"/>
    <dgm:cxn modelId="{3DAFC191-8B45-4DC9-B23B-208F8760BC0C}" srcId="{D831E82C-0020-43C8-9935-C9D51A9F881A}" destId="{C941BCC8-1E1F-4CC6-B759-DD9F700EBE9A}" srcOrd="3" destOrd="0" parTransId="{A7C613D0-3662-422A-96FF-81A34DC1391B}" sibTransId="{5C29FE64-3921-45A0-802B-F6D3AFBDA3B6}"/>
    <dgm:cxn modelId="{D401B5BF-441D-4C0E-8C02-AB2750F268D3}" srcId="{D831E82C-0020-43C8-9935-C9D51A9F881A}" destId="{0845E0F7-0201-403B-96B9-40720D161403}" srcOrd="2" destOrd="0" parTransId="{015BCF72-A302-49C9-AECD-217B005639F4}" sibTransId="{8BF1EADD-9B3E-4D31-A942-A30458A2CB82}"/>
    <dgm:cxn modelId="{A6D41ECD-A0E7-4013-B0AF-2E4DE38ED272}" srcId="{D831E82C-0020-43C8-9935-C9D51A9F881A}" destId="{0B652391-8F95-4689-9196-9A68B3B0E933}" srcOrd="4" destOrd="0" parTransId="{E15AD7D6-DE7B-49D9-AABE-8C58B3393DBC}" sibTransId="{C777818C-F448-4DE2-9D30-B4232A409E2D}"/>
    <dgm:cxn modelId="{E3C359D7-48D4-44C3-95E0-5202B3239DEC}" type="presOf" srcId="{0845E0F7-0201-403B-96B9-40720D161403}" destId="{9EA93D10-C2D3-46EE-8996-3C5CD324A02B}" srcOrd="0" destOrd="0" presId="urn:microsoft.com/office/officeart/2018/5/layout/IconCircleLabelList"/>
    <dgm:cxn modelId="{B0A12BD8-BC9E-4A11-9EC6-FC716FC70020}" type="presOf" srcId="{9F6B5CBE-A54A-45D2-B7AE-CD32C3393C20}" destId="{F36EFFEF-738E-40AF-BD42-F0D0AF11DDA0}" srcOrd="0" destOrd="0" presId="urn:microsoft.com/office/officeart/2018/5/layout/IconCircleLabelList"/>
    <dgm:cxn modelId="{E4161C5E-EE6A-40F5-98B4-65D0DE3555F2}" type="presParOf" srcId="{93A1D7B3-3EBA-491F-8428-D038397FCEF8}" destId="{54932C22-F037-4A0D-AFBC-EE913EB414B5}" srcOrd="0" destOrd="0" presId="urn:microsoft.com/office/officeart/2018/5/layout/IconCircleLabelList"/>
    <dgm:cxn modelId="{62EB22A3-F759-4F9A-92EE-7B3EFB3AD780}" type="presParOf" srcId="{54932C22-F037-4A0D-AFBC-EE913EB414B5}" destId="{E3ADC95B-7324-4742-A48E-B5ED374ECECC}" srcOrd="0" destOrd="0" presId="urn:microsoft.com/office/officeart/2018/5/layout/IconCircleLabelList"/>
    <dgm:cxn modelId="{0329F4A7-9ACF-46E3-9E6F-ED0456CD3377}" type="presParOf" srcId="{54932C22-F037-4A0D-AFBC-EE913EB414B5}" destId="{B4A887A5-637F-43F3-B7EA-47482C376B18}" srcOrd="1" destOrd="0" presId="urn:microsoft.com/office/officeart/2018/5/layout/IconCircleLabelList"/>
    <dgm:cxn modelId="{3E0D95AC-7539-4FDA-9FD2-034E1301B817}" type="presParOf" srcId="{54932C22-F037-4A0D-AFBC-EE913EB414B5}" destId="{497A1B2E-1813-492C-AF90-E1342E50F65C}" srcOrd="2" destOrd="0" presId="urn:microsoft.com/office/officeart/2018/5/layout/IconCircleLabelList"/>
    <dgm:cxn modelId="{F3C1DB60-D42D-4C90-AC5D-B61F90517EFC}" type="presParOf" srcId="{54932C22-F037-4A0D-AFBC-EE913EB414B5}" destId="{F36EFFEF-738E-40AF-BD42-F0D0AF11DDA0}" srcOrd="3" destOrd="0" presId="urn:microsoft.com/office/officeart/2018/5/layout/IconCircleLabelList"/>
    <dgm:cxn modelId="{0EF6042E-8B55-4515-8236-608B0873B793}" type="presParOf" srcId="{93A1D7B3-3EBA-491F-8428-D038397FCEF8}" destId="{77AD6F79-3F77-441C-ADEB-F4A5E46EB329}" srcOrd="1" destOrd="0" presId="urn:microsoft.com/office/officeart/2018/5/layout/IconCircleLabelList"/>
    <dgm:cxn modelId="{27AAA350-EB8C-46EC-BFF6-1D6FF1DC19FA}" type="presParOf" srcId="{93A1D7B3-3EBA-491F-8428-D038397FCEF8}" destId="{C372BF66-6C25-4666-954D-B91FE868AC63}" srcOrd="2" destOrd="0" presId="urn:microsoft.com/office/officeart/2018/5/layout/IconCircleLabelList"/>
    <dgm:cxn modelId="{4A5F3CE7-053C-417D-BCAF-077D19463C3D}" type="presParOf" srcId="{C372BF66-6C25-4666-954D-B91FE868AC63}" destId="{2EE15780-C077-40B9-B881-03B2A21965F4}" srcOrd="0" destOrd="0" presId="urn:microsoft.com/office/officeart/2018/5/layout/IconCircleLabelList"/>
    <dgm:cxn modelId="{3D1993FA-AF88-4EF0-8738-3844BFFDDDF5}" type="presParOf" srcId="{C372BF66-6C25-4666-954D-B91FE868AC63}" destId="{490C9486-A0D3-4708-BDC2-EE4AE08419F5}" srcOrd="1" destOrd="0" presId="urn:microsoft.com/office/officeart/2018/5/layout/IconCircleLabelList"/>
    <dgm:cxn modelId="{CEDE6880-6CC7-4D7F-999E-1B6022D83BE6}" type="presParOf" srcId="{C372BF66-6C25-4666-954D-B91FE868AC63}" destId="{8764D1E3-8A19-4C4D-866D-B6F5F7427372}" srcOrd="2" destOrd="0" presId="urn:microsoft.com/office/officeart/2018/5/layout/IconCircleLabelList"/>
    <dgm:cxn modelId="{62ADC62B-C107-451A-BD92-F27C2A34E5AE}" type="presParOf" srcId="{C372BF66-6C25-4666-954D-B91FE868AC63}" destId="{8E38D61B-967C-483F-82BF-E368ED188387}" srcOrd="3" destOrd="0" presId="urn:microsoft.com/office/officeart/2018/5/layout/IconCircleLabelList"/>
    <dgm:cxn modelId="{D9C507A0-CB36-4809-AA25-79DEF619A8C5}" type="presParOf" srcId="{93A1D7B3-3EBA-491F-8428-D038397FCEF8}" destId="{3A3446BA-CFD2-44C4-9B9E-49F0D3A7109A}" srcOrd="3" destOrd="0" presId="urn:microsoft.com/office/officeart/2018/5/layout/IconCircleLabelList"/>
    <dgm:cxn modelId="{197323D7-B7BC-497B-97C8-DD4E23A54AA4}" type="presParOf" srcId="{93A1D7B3-3EBA-491F-8428-D038397FCEF8}" destId="{9077482B-3DC6-41C6-8D5A-D4B3A8FE23AC}" srcOrd="4" destOrd="0" presId="urn:microsoft.com/office/officeart/2018/5/layout/IconCircleLabelList"/>
    <dgm:cxn modelId="{38F9AC93-EA00-4427-83B7-BCAE0D06856D}" type="presParOf" srcId="{9077482B-3DC6-41C6-8D5A-D4B3A8FE23AC}" destId="{11767DAC-6814-48E8-BD69-3C6DF3CABE1B}" srcOrd="0" destOrd="0" presId="urn:microsoft.com/office/officeart/2018/5/layout/IconCircleLabelList"/>
    <dgm:cxn modelId="{6D08F6B6-A399-412D-8D0F-5B1E446B06D3}" type="presParOf" srcId="{9077482B-3DC6-41C6-8D5A-D4B3A8FE23AC}" destId="{28CECDD3-E6F5-405C-8F51-36B281D41DB7}" srcOrd="1" destOrd="0" presId="urn:microsoft.com/office/officeart/2018/5/layout/IconCircleLabelList"/>
    <dgm:cxn modelId="{7908690A-2059-4162-8CE4-588889034493}" type="presParOf" srcId="{9077482B-3DC6-41C6-8D5A-D4B3A8FE23AC}" destId="{2E62B743-80CD-46E5-AC5D-4B900510CD38}" srcOrd="2" destOrd="0" presId="urn:microsoft.com/office/officeart/2018/5/layout/IconCircleLabelList"/>
    <dgm:cxn modelId="{BEEDF7D6-42D4-4772-8CAC-6977FEBCE96B}" type="presParOf" srcId="{9077482B-3DC6-41C6-8D5A-D4B3A8FE23AC}" destId="{9EA93D10-C2D3-46EE-8996-3C5CD324A02B}" srcOrd="3" destOrd="0" presId="urn:microsoft.com/office/officeart/2018/5/layout/IconCircleLabelList"/>
    <dgm:cxn modelId="{344D0B25-C5B9-454F-85B1-30E1FCD9D04D}" type="presParOf" srcId="{93A1D7B3-3EBA-491F-8428-D038397FCEF8}" destId="{FC523865-4C7B-47B9-837B-D6F6CC78E12B}" srcOrd="5" destOrd="0" presId="urn:microsoft.com/office/officeart/2018/5/layout/IconCircleLabelList"/>
    <dgm:cxn modelId="{9345D062-6FC2-4D7F-89E5-71BD97A70314}" type="presParOf" srcId="{93A1D7B3-3EBA-491F-8428-D038397FCEF8}" destId="{045380ED-56D3-4266-986B-9F95F4AE804C}" srcOrd="6" destOrd="0" presId="urn:microsoft.com/office/officeart/2018/5/layout/IconCircleLabelList"/>
    <dgm:cxn modelId="{FA301737-437E-4CA3-BBDD-516EC0C5A677}" type="presParOf" srcId="{045380ED-56D3-4266-986B-9F95F4AE804C}" destId="{6049E139-809E-4C38-AB78-821ED681548A}" srcOrd="0" destOrd="0" presId="urn:microsoft.com/office/officeart/2018/5/layout/IconCircleLabelList"/>
    <dgm:cxn modelId="{990FAB24-8463-4CAB-B2D0-BE391300B885}" type="presParOf" srcId="{045380ED-56D3-4266-986B-9F95F4AE804C}" destId="{5D01C99D-0EC7-41D1-A6B9-D2216742B169}" srcOrd="1" destOrd="0" presId="urn:microsoft.com/office/officeart/2018/5/layout/IconCircleLabelList"/>
    <dgm:cxn modelId="{74A7BBAF-1EAF-414C-8F46-C15C44807D2E}" type="presParOf" srcId="{045380ED-56D3-4266-986B-9F95F4AE804C}" destId="{B5913B20-8657-4816-B80D-0C11A7422D73}" srcOrd="2" destOrd="0" presId="urn:microsoft.com/office/officeart/2018/5/layout/IconCircleLabelList"/>
    <dgm:cxn modelId="{7B08F08C-8EB7-47E8-91C8-C74F5D404BE8}" type="presParOf" srcId="{045380ED-56D3-4266-986B-9F95F4AE804C}" destId="{0FD1742D-9C00-4EE9-9650-614CD425C6A9}" srcOrd="3" destOrd="0" presId="urn:microsoft.com/office/officeart/2018/5/layout/IconCircleLabelList"/>
    <dgm:cxn modelId="{B11BB0CE-20DE-4179-9DEA-7A68E8F318B8}" type="presParOf" srcId="{93A1D7B3-3EBA-491F-8428-D038397FCEF8}" destId="{FF943BD2-C08E-4041-81CC-19AB80A8029A}" srcOrd="7" destOrd="0" presId="urn:microsoft.com/office/officeart/2018/5/layout/IconCircleLabelList"/>
    <dgm:cxn modelId="{42762618-C021-483F-BBE3-7E4D5C58EAF6}" type="presParOf" srcId="{93A1D7B3-3EBA-491F-8428-D038397FCEF8}" destId="{DFAADE5C-DC7A-4E55-AAAE-5B2E44FC30D7}" srcOrd="8" destOrd="0" presId="urn:microsoft.com/office/officeart/2018/5/layout/IconCircleLabelList"/>
    <dgm:cxn modelId="{14CB1E90-76A9-4643-9F78-B585ADB07715}" type="presParOf" srcId="{DFAADE5C-DC7A-4E55-AAAE-5B2E44FC30D7}" destId="{242ED7C7-B1D5-42A5-ACD6-D3B2DAB91CD7}" srcOrd="0" destOrd="0" presId="urn:microsoft.com/office/officeart/2018/5/layout/IconCircleLabelList"/>
    <dgm:cxn modelId="{94320B63-3518-4431-B413-A30F3435C4CC}" type="presParOf" srcId="{DFAADE5C-DC7A-4E55-AAAE-5B2E44FC30D7}" destId="{4A835B40-5C11-4FB8-B440-86A79F13EC43}" srcOrd="1" destOrd="0" presId="urn:microsoft.com/office/officeart/2018/5/layout/IconCircleLabelList"/>
    <dgm:cxn modelId="{C52175F0-B637-43EE-8413-DB3DBEEC723C}" type="presParOf" srcId="{DFAADE5C-DC7A-4E55-AAAE-5B2E44FC30D7}" destId="{FACC0232-7A2C-4DD8-835A-5974B02556FD}" srcOrd="2" destOrd="0" presId="urn:microsoft.com/office/officeart/2018/5/layout/IconCircleLabelList"/>
    <dgm:cxn modelId="{7771DF35-5E92-4A7D-B28C-798946EA7422}" type="presParOf" srcId="{DFAADE5C-DC7A-4E55-AAAE-5B2E44FC30D7}" destId="{90E5BC00-D119-4919-AA5F-1B234505E1C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536DAE6-6332-4368-A99D-F65620DE9DC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83F932D-B106-416C-BD5D-2FDB98C80168}">
      <dgm:prSet/>
      <dgm:spPr>
        <a:solidFill>
          <a:schemeClr val="bg2">
            <a:lumMod val="90000"/>
          </a:schemeClr>
        </a:solidFill>
        <a:ln>
          <a:solidFill>
            <a:schemeClr val="accent1"/>
          </a:solidFill>
        </a:ln>
      </dgm:spPr>
      <dgm:t>
        <a:bodyPr/>
        <a:lstStyle/>
        <a:p>
          <a:r>
            <a:rPr lang="en-US" b="1" dirty="0"/>
            <a:t>Detect Driver Fatigue</a:t>
          </a:r>
          <a:r>
            <a:rPr lang="en-US" dirty="0"/>
            <a:t>: System would identify when the driver falls asleep.</a:t>
          </a:r>
        </a:p>
      </dgm:t>
    </dgm:pt>
    <dgm:pt modelId="{613C9202-AB6F-4D92-BC44-449C2565E759}" type="parTrans" cxnId="{2038303D-2E95-4281-900B-CAE4F5E28EB1}">
      <dgm:prSet/>
      <dgm:spPr/>
      <dgm:t>
        <a:bodyPr/>
        <a:lstStyle/>
        <a:p>
          <a:endParaRPr lang="en-US"/>
        </a:p>
      </dgm:t>
    </dgm:pt>
    <dgm:pt modelId="{7E307A34-7C61-48CA-AC72-171DD7A6E69A}" type="sibTrans" cxnId="{2038303D-2E95-4281-900B-CAE4F5E28EB1}">
      <dgm:prSet/>
      <dgm:spPr/>
      <dgm:t>
        <a:bodyPr/>
        <a:lstStyle/>
        <a:p>
          <a:endParaRPr lang="en-US"/>
        </a:p>
      </dgm:t>
    </dgm:pt>
    <dgm:pt modelId="{F59E577B-DF24-459A-BA65-904EC1E30F5C}">
      <dgm:prSet/>
      <dgm:spPr>
        <a:solidFill>
          <a:schemeClr val="bg2">
            <a:lumMod val="90000"/>
          </a:schemeClr>
        </a:solidFill>
        <a:ln>
          <a:solidFill>
            <a:schemeClr val="accent1"/>
          </a:solidFill>
        </a:ln>
      </dgm:spPr>
      <dgm:t>
        <a:bodyPr/>
        <a:lstStyle/>
        <a:p>
          <a:r>
            <a:rPr lang="en-US" b="1"/>
            <a:t>Real-Time Alerts: </a:t>
          </a:r>
          <a:r>
            <a:rPr lang="en-US"/>
            <a:t>Instant notifications sent to the conductor and authorities.</a:t>
          </a:r>
        </a:p>
      </dgm:t>
    </dgm:pt>
    <dgm:pt modelId="{C5996AA0-6708-4C7B-A480-F2EA2E299778}" type="parTrans" cxnId="{35DF6AEA-7F4B-4E0A-8EC6-1778C37DB77F}">
      <dgm:prSet/>
      <dgm:spPr/>
      <dgm:t>
        <a:bodyPr/>
        <a:lstStyle/>
        <a:p>
          <a:endParaRPr lang="en-US"/>
        </a:p>
      </dgm:t>
    </dgm:pt>
    <dgm:pt modelId="{5C116694-6178-4DB6-BAE7-C35759BF9770}" type="sibTrans" cxnId="{35DF6AEA-7F4B-4E0A-8EC6-1778C37DB77F}">
      <dgm:prSet/>
      <dgm:spPr/>
      <dgm:t>
        <a:bodyPr/>
        <a:lstStyle/>
        <a:p>
          <a:endParaRPr lang="en-US"/>
        </a:p>
      </dgm:t>
    </dgm:pt>
    <dgm:pt modelId="{DCC1295C-B08A-4756-8982-06F9C0CFC00B}">
      <dgm:prSet/>
      <dgm:spPr>
        <a:solidFill>
          <a:schemeClr val="bg2">
            <a:lumMod val="90000"/>
          </a:schemeClr>
        </a:solidFill>
        <a:ln>
          <a:solidFill>
            <a:schemeClr val="accent1"/>
          </a:solidFill>
        </a:ln>
      </dgm:spPr>
      <dgm:t>
        <a:bodyPr/>
        <a:lstStyle/>
        <a:p>
          <a:r>
            <a:rPr lang="en-US" b="1"/>
            <a:t>Prompt Intervention: </a:t>
          </a:r>
          <a:r>
            <a:rPr lang="en-US"/>
            <a:t>Allows immediate action to stop the bus and prevent an accident.</a:t>
          </a:r>
        </a:p>
      </dgm:t>
    </dgm:pt>
    <dgm:pt modelId="{B216A5E0-DF0C-4826-95D8-235CCC5CCB2D}" type="parTrans" cxnId="{DDD91A5E-69E7-41DC-8D3E-31782590DF9A}">
      <dgm:prSet/>
      <dgm:spPr/>
      <dgm:t>
        <a:bodyPr/>
        <a:lstStyle/>
        <a:p>
          <a:endParaRPr lang="en-US"/>
        </a:p>
      </dgm:t>
    </dgm:pt>
    <dgm:pt modelId="{47150263-8C0C-4B4E-BD8C-35B90DE347F4}" type="sibTrans" cxnId="{DDD91A5E-69E7-41DC-8D3E-31782590DF9A}">
      <dgm:prSet/>
      <dgm:spPr/>
      <dgm:t>
        <a:bodyPr/>
        <a:lstStyle/>
        <a:p>
          <a:endParaRPr lang="en-US"/>
        </a:p>
      </dgm:t>
    </dgm:pt>
    <dgm:pt modelId="{B14B5AF7-763D-4CD3-8799-4BAB41B4F21D}" type="pres">
      <dgm:prSet presAssocID="{E536DAE6-6332-4368-A99D-F65620DE9DCA}" presName="root" presStyleCnt="0">
        <dgm:presLayoutVars>
          <dgm:dir/>
          <dgm:resizeHandles val="exact"/>
        </dgm:presLayoutVars>
      </dgm:prSet>
      <dgm:spPr/>
    </dgm:pt>
    <dgm:pt modelId="{89909537-6538-4E14-882B-71698AA9AACC}" type="pres">
      <dgm:prSet presAssocID="{B83F932D-B106-416C-BD5D-2FDB98C80168}" presName="compNode" presStyleCnt="0"/>
      <dgm:spPr/>
    </dgm:pt>
    <dgm:pt modelId="{A05F923F-0538-4CBF-8385-C461E2A4E35E}" type="pres">
      <dgm:prSet presAssocID="{B83F932D-B106-416C-BD5D-2FDB98C80168}" presName="bgRect" presStyleLbl="bgShp" presStyleIdx="0" presStyleCnt="3"/>
      <dgm:spPr>
        <a:solidFill>
          <a:schemeClr val="bg2">
            <a:lumMod val="90000"/>
          </a:schemeClr>
        </a:solidFill>
        <a:ln>
          <a:solidFill>
            <a:schemeClr val="accent1"/>
          </a:solidFill>
        </a:ln>
      </dgm:spPr>
    </dgm:pt>
    <dgm:pt modelId="{B374A0D0-212F-43F4-A4E6-0A34E47B6C90}" type="pres">
      <dgm:prSet presAssocID="{B83F932D-B106-416C-BD5D-2FDB98C80168}" presName="iconRect" presStyleLbl="node1" presStyleIdx="0" presStyleCnt="3"/>
      <dgm:spPr>
        <a:solidFill>
          <a:schemeClr val="bg2">
            <a:lumMod val="90000"/>
          </a:schemeClr>
        </a:solidFill>
        <a:ln>
          <a:solidFill>
            <a:schemeClr val="accent1"/>
          </a:solidFill>
        </a:ln>
      </dgm:spPr>
      <dgm:extLst>
        <a:ext uri="{E40237B7-FDA0-4F09-8148-C483321AD2D9}">
          <dgm14:cNvPr xmlns:dgm14="http://schemas.microsoft.com/office/drawing/2010/diagram" id="0" name="" descr="Ambulance"/>
        </a:ext>
      </dgm:extLst>
    </dgm:pt>
    <dgm:pt modelId="{368CEB1C-94AA-4D11-9270-E6BA58C9298C}" type="pres">
      <dgm:prSet presAssocID="{B83F932D-B106-416C-BD5D-2FDB98C80168}" presName="spaceRect" presStyleCnt="0"/>
      <dgm:spPr/>
    </dgm:pt>
    <dgm:pt modelId="{31948239-99B1-4964-86B7-DCB9DD27ACEF}" type="pres">
      <dgm:prSet presAssocID="{B83F932D-B106-416C-BD5D-2FDB98C80168}" presName="parTx" presStyleLbl="revTx" presStyleIdx="0" presStyleCnt="3">
        <dgm:presLayoutVars>
          <dgm:chMax val="0"/>
          <dgm:chPref val="0"/>
        </dgm:presLayoutVars>
      </dgm:prSet>
      <dgm:spPr/>
    </dgm:pt>
    <dgm:pt modelId="{38840001-9D51-424E-BEE5-363F5777B7B8}" type="pres">
      <dgm:prSet presAssocID="{7E307A34-7C61-48CA-AC72-171DD7A6E69A}" presName="sibTrans" presStyleCnt="0"/>
      <dgm:spPr/>
    </dgm:pt>
    <dgm:pt modelId="{08F7BEBC-1F9B-4E01-A8DF-993A93C7E32B}" type="pres">
      <dgm:prSet presAssocID="{F59E577B-DF24-459A-BA65-904EC1E30F5C}" presName="compNode" presStyleCnt="0"/>
      <dgm:spPr/>
    </dgm:pt>
    <dgm:pt modelId="{E88E54F5-E900-4340-9931-2960831F4E74}" type="pres">
      <dgm:prSet presAssocID="{F59E577B-DF24-459A-BA65-904EC1E30F5C}" presName="bgRect" presStyleLbl="bgShp" presStyleIdx="1" presStyleCnt="3"/>
      <dgm:spPr>
        <a:solidFill>
          <a:schemeClr val="bg2">
            <a:lumMod val="90000"/>
          </a:schemeClr>
        </a:solidFill>
        <a:ln>
          <a:solidFill>
            <a:schemeClr val="accent1"/>
          </a:solidFill>
        </a:ln>
      </dgm:spPr>
    </dgm:pt>
    <dgm:pt modelId="{53F3E6FF-478F-4D34-857A-A5D29014363A}" type="pres">
      <dgm:prSet presAssocID="{F59E577B-DF24-459A-BA65-904EC1E30F5C}" presName="iconRect" presStyleLbl="node1" presStyleIdx="1" presStyleCnt="3"/>
      <dgm:spPr>
        <a:solidFill>
          <a:schemeClr val="bg2">
            <a:lumMod val="90000"/>
          </a:schemeClr>
        </a:solidFill>
        <a:ln>
          <a:solidFill>
            <a:schemeClr val="accent1"/>
          </a:solidFill>
        </a:ln>
      </dgm:spPr>
      <dgm:extLst>
        <a:ext uri="{E40237B7-FDA0-4F09-8148-C483321AD2D9}">
          <dgm14:cNvPr xmlns:dgm14="http://schemas.microsoft.com/office/drawing/2010/diagram" id="0" name="" descr="Conductor"/>
        </a:ext>
      </dgm:extLst>
    </dgm:pt>
    <dgm:pt modelId="{A97FBBEC-CB4C-4E3A-AB9D-89D20BCCBC53}" type="pres">
      <dgm:prSet presAssocID="{F59E577B-DF24-459A-BA65-904EC1E30F5C}" presName="spaceRect" presStyleCnt="0"/>
      <dgm:spPr/>
    </dgm:pt>
    <dgm:pt modelId="{D6142E03-5288-4946-BACA-E1DFE92D9E46}" type="pres">
      <dgm:prSet presAssocID="{F59E577B-DF24-459A-BA65-904EC1E30F5C}" presName="parTx" presStyleLbl="revTx" presStyleIdx="1" presStyleCnt="3">
        <dgm:presLayoutVars>
          <dgm:chMax val="0"/>
          <dgm:chPref val="0"/>
        </dgm:presLayoutVars>
      </dgm:prSet>
      <dgm:spPr/>
    </dgm:pt>
    <dgm:pt modelId="{AC876A0C-6DF5-40C4-A9DD-E373A7F95028}" type="pres">
      <dgm:prSet presAssocID="{5C116694-6178-4DB6-BAE7-C35759BF9770}" presName="sibTrans" presStyleCnt="0"/>
      <dgm:spPr/>
    </dgm:pt>
    <dgm:pt modelId="{CE1B7159-A9F1-459E-92B9-D1FC4C85C023}" type="pres">
      <dgm:prSet presAssocID="{DCC1295C-B08A-4756-8982-06F9C0CFC00B}" presName="compNode" presStyleCnt="0"/>
      <dgm:spPr/>
    </dgm:pt>
    <dgm:pt modelId="{3A2CCA11-8D35-4389-9261-6BDE77673A8B}" type="pres">
      <dgm:prSet presAssocID="{DCC1295C-B08A-4756-8982-06F9C0CFC00B}" presName="bgRect" presStyleLbl="bgShp" presStyleIdx="2" presStyleCnt="3"/>
      <dgm:spPr>
        <a:solidFill>
          <a:schemeClr val="bg2">
            <a:lumMod val="90000"/>
          </a:schemeClr>
        </a:solidFill>
        <a:ln>
          <a:solidFill>
            <a:schemeClr val="accent1"/>
          </a:solidFill>
        </a:ln>
      </dgm:spPr>
    </dgm:pt>
    <dgm:pt modelId="{1A946BEA-D6CD-4305-9F0C-AAFB21F58F3F}" type="pres">
      <dgm:prSet presAssocID="{DCC1295C-B08A-4756-8982-06F9C0CFC00B}" presName="iconRect" presStyleLbl="node1" presStyleIdx="2" presStyleCnt="3"/>
      <dgm:spPr>
        <a:solidFill>
          <a:schemeClr val="bg2">
            <a:lumMod val="90000"/>
          </a:schemeClr>
        </a:solidFill>
        <a:ln>
          <a:solidFill>
            <a:schemeClr val="accent1"/>
          </a:solidFill>
        </a:ln>
      </dgm:spPr>
      <dgm:extLst>
        <a:ext uri="{E40237B7-FDA0-4F09-8148-C483321AD2D9}">
          <dgm14:cNvPr xmlns:dgm14="http://schemas.microsoft.com/office/drawing/2010/diagram" id="0" name="" descr="Bus"/>
        </a:ext>
      </dgm:extLst>
    </dgm:pt>
    <dgm:pt modelId="{194F6FC8-6B29-438B-8FA3-F74631F16D42}" type="pres">
      <dgm:prSet presAssocID="{DCC1295C-B08A-4756-8982-06F9C0CFC00B}" presName="spaceRect" presStyleCnt="0"/>
      <dgm:spPr/>
    </dgm:pt>
    <dgm:pt modelId="{61AEA45E-ACFE-48CC-9BA3-8B8D031D34B7}" type="pres">
      <dgm:prSet presAssocID="{DCC1295C-B08A-4756-8982-06F9C0CFC00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F7F3F16-F5FB-4778-AF17-5420B250BC85}" type="presOf" srcId="{DCC1295C-B08A-4756-8982-06F9C0CFC00B}" destId="{61AEA45E-ACFE-48CC-9BA3-8B8D031D34B7}" srcOrd="0" destOrd="0" presId="urn:microsoft.com/office/officeart/2018/2/layout/IconVerticalSolidList"/>
    <dgm:cxn modelId="{575F6928-00D4-4F53-907A-27EF4E378E04}" type="presOf" srcId="{B83F932D-B106-416C-BD5D-2FDB98C80168}" destId="{31948239-99B1-4964-86B7-DCB9DD27ACEF}" srcOrd="0" destOrd="0" presId="urn:microsoft.com/office/officeart/2018/2/layout/IconVerticalSolidList"/>
    <dgm:cxn modelId="{2038303D-2E95-4281-900B-CAE4F5E28EB1}" srcId="{E536DAE6-6332-4368-A99D-F65620DE9DCA}" destId="{B83F932D-B106-416C-BD5D-2FDB98C80168}" srcOrd="0" destOrd="0" parTransId="{613C9202-AB6F-4D92-BC44-449C2565E759}" sibTransId="{7E307A34-7C61-48CA-AC72-171DD7A6E69A}"/>
    <dgm:cxn modelId="{DDD91A5E-69E7-41DC-8D3E-31782590DF9A}" srcId="{E536DAE6-6332-4368-A99D-F65620DE9DCA}" destId="{DCC1295C-B08A-4756-8982-06F9C0CFC00B}" srcOrd="2" destOrd="0" parTransId="{B216A5E0-DF0C-4826-95D8-235CCC5CCB2D}" sibTransId="{47150263-8C0C-4B4E-BD8C-35B90DE347F4}"/>
    <dgm:cxn modelId="{FE3A547B-B710-4E35-B329-D8B7227FEBFC}" type="presOf" srcId="{F59E577B-DF24-459A-BA65-904EC1E30F5C}" destId="{D6142E03-5288-4946-BACA-E1DFE92D9E46}" srcOrd="0" destOrd="0" presId="urn:microsoft.com/office/officeart/2018/2/layout/IconVerticalSolidList"/>
    <dgm:cxn modelId="{B9EB6ACD-2C31-45EC-8AC0-B4A53B9906B5}" type="presOf" srcId="{E536DAE6-6332-4368-A99D-F65620DE9DCA}" destId="{B14B5AF7-763D-4CD3-8799-4BAB41B4F21D}" srcOrd="0" destOrd="0" presId="urn:microsoft.com/office/officeart/2018/2/layout/IconVerticalSolidList"/>
    <dgm:cxn modelId="{35DF6AEA-7F4B-4E0A-8EC6-1778C37DB77F}" srcId="{E536DAE6-6332-4368-A99D-F65620DE9DCA}" destId="{F59E577B-DF24-459A-BA65-904EC1E30F5C}" srcOrd="1" destOrd="0" parTransId="{C5996AA0-6708-4C7B-A480-F2EA2E299778}" sibTransId="{5C116694-6178-4DB6-BAE7-C35759BF9770}"/>
    <dgm:cxn modelId="{B9CE0279-0066-475F-A580-62D9DA3E2F12}" type="presParOf" srcId="{B14B5AF7-763D-4CD3-8799-4BAB41B4F21D}" destId="{89909537-6538-4E14-882B-71698AA9AACC}" srcOrd="0" destOrd="0" presId="urn:microsoft.com/office/officeart/2018/2/layout/IconVerticalSolidList"/>
    <dgm:cxn modelId="{518F39C3-BE29-44F8-9520-86AD8F628FDB}" type="presParOf" srcId="{89909537-6538-4E14-882B-71698AA9AACC}" destId="{A05F923F-0538-4CBF-8385-C461E2A4E35E}" srcOrd="0" destOrd="0" presId="urn:microsoft.com/office/officeart/2018/2/layout/IconVerticalSolidList"/>
    <dgm:cxn modelId="{3CED7571-140C-427D-8A0A-BF1088AEB40F}" type="presParOf" srcId="{89909537-6538-4E14-882B-71698AA9AACC}" destId="{B374A0D0-212F-43F4-A4E6-0A34E47B6C90}" srcOrd="1" destOrd="0" presId="urn:microsoft.com/office/officeart/2018/2/layout/IconVerticalSolidList"/>
    <dgm:cxn modelId="{99B5C656-703A-4749-9964-9CA5622ED904}" type="presParOf" srcId="{89909537-6538-4E14-882B-71698AA9AACC}" destId="{368CEB1C-94AA-4D11-9270-E6BA58C9298C}" srcOrd="2" destOrd="0" presId="urn:microsoft.com/office/officeart/2018/2/layout/IconVerticalSolidList"/>
    <dgm:cxn modelId="{02389361-3A31-4E4F-B731-C4C1E748362B}" type="presParOf" srcId="{89909537-6538-4E14-882B-71698AA9AACC}" destId="{31948239-99B1-4964-86B7-DCB9DD27ACEF}" srcOrd="3" destOrd="0" presId="urn:microsoft.com/office/officeart/2018/2/layout/IconVerticalSolidList"/>
    <dgm:cxn modelId="{D3710F35-0B1E-42E8-9204-66DC9EFC4E9D}" type="presParOf" srcId="{B14B5AF7-763D-4CD3-8799-4BAB41B4F21D}" destId="{38840001-9D51-424E-BEE5-363F5777B7B8}" srcOrd="1" destOrd="0" presId="urn:microsoft.com/office/officeart/2018/2/layout/IconVerticalSolidList"/>
    <dgm:cxn modelId="{35627AE3-FAF6-49CC-962C-CBCC0A64A6EF}" type="presParOf" srcId="{B14B5AF7-763D-4CD3-8799-4BAB41B4F21D}" destId="{08F7BEBC-1F9B-4E01-A8DF-993A93C7E32B}" srcOrd="2" destOrd="0" presId="urn:microsoft.com/office/officeart/2018/2/layout/IconVerticalSolidList"/>
    <dgm:cxn modelId="{AAECEE9A-078A-4B39-9E6C-754AF3F0BBCD}" type="presParOf" srcId="{08F7BEBC-1F9B-4E01-A8DF-993A93C7E32B}" destId="{E88E54F5-E900-4340-9931-2960831F4E74}" srcOrd="0" destOrd="0" presId="urn:microsoft.com/office/officeart/2018/2/layout/IconVerticalSolidList"/>
    <dgm:cxn modelId="{C7153AE1-343C-478C-A240-A50032285A57}" type="presParOf" srcId="{08F7BEBC-1F9B-4E01-A8DF-993A93C7E32B}" destId="{53F3E6FF-478F-4D34-857A-A5D29014363A}" srcOrd="1" destOrd="0" presId="urn:microsoft.com/office/officeart/2018/2/layout/IconVerticalSolidList"/>
    <dgm:cxn modelId="{82FD44BA-B6E4-4277-AE6C-E18E86C7776B}" type="presParOf" srcId="{08F7BEBC-1F9B-4E01-A8DF-993A93C7E32B}" destId="{A97FBBEC-CB4C-4E3A-AB9D-89D20BCCBC53}" srcOrd="2" destOrd="0" presId="urn:microsoft.com/office/officeart/2018/2/layout/IconVerticalSolidList"/>
    <dgm:cxn modelId="{A47C4D92-8280-4721-B327-153C121C405B}" type="presParOf" srcId="{08F7BEBC-1F9B-4E01-A8DF-993A93C7E32B}" destId="{D6142E03-5288-4946-BACA-E1DFE92D9E46}" srcOrd="3" destOrd="0" presId="urn:microsoft.com/office/officeart/2018/2/layout/IconVerticalSolidList"/>
    <dgm:cxn modelId="{C3D290D5-6269-40BB-9C52-AC1A713A960B}" type="presParOf" srcId="{B14B5AF7-763D-4CD3-8799-4BAB41B4F21D}" destId="{AC876A0C-6DF5-40C4-A9DD-E373A7F95028}" srcOrd="3" destOrd="0" presId="urn:microsoft.com/office/officeart/2018/2/layout/IconVerticalSolidList"/>
    <dgm:cxn modelId="{4E68AE84-94DE-4149-A023-31D3C7391C96}" type="presParOf" srcId="{B14B5AF7-763D-4CD3-8799-4BAB41B4F21D}" destId="{CE1B7159-A9F1-459E-92B9-D1FC4C85C023}" srcOrd="4" destOrd="0" presId="urn:microsoft.com/office/officeart/2018/2/layout/IconVerticalSolidList"/>
    <dgm:cxn modelId="{316033D0-6E04-4333-99FC-45B5D230242F}" type="presParOf" srcId="{CE1B7159-A9F1-459E-92B9-D1FC4C85C023}" destId="{3A2CCA11-8D35-4389-9261-6BDE77673A8B}" srcOrd="0" destOrd="0" presId="urn:microsoft.com/office/officeart/2018/2/layout/IconVerticalSolidList"/>
    <dgm:cxn modelId="{C737ADF6-8DD5-4FDA-A891-1B85A1D89921}" type="presParOf" srcId="{CE1B7159-A9F1-459E-92B9-D1FC4C85C023}" destId="{1A946BEA-D6CD-4305-9F0C-AAFB21F58F3F}" srcOrd="1" destOrd="0" presId="urn:microsoft.com/office/officeart/2018/2/layout/IconVerticalSolidList"/>
    <dgm:cxn modelId="{4655B62F-A85F-4C97-BB07-CEC1DA9297A5}" type="presParOf" srcId="{CE1B7159-A9F1-459E-92B9-D1FC4C85C023}" destId="{194F6FC8-6B29-438B-8FA3-F74631F16D42}" srcOrd="2" destOrd="0" presId="urn:microsoft.com/office/officeart/2018/2/layout/IconVerticalSolidList"/>
    <dgm:cxn modelId="{0B7252ED-F52B-4CC7-8C85-57060D1AD7D3}" type="presParOf" srcId="{CE1B7159-A9F1-459E-92B9-D1FC4C85C023}" destId="{61AEA45E-ACFE-48CC-9BA3-8B8D031D34B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3FAEAD5-2664-4939-B7D8-7198E54B8A3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625CE56-87EE-48E2-B0E0-992F69DF5318}">
      <dgm:prSet/>
      <dgm:spPr/>
      <dgm:t>
        <a:bodyPr/>
        <a:lstStyle/>
        <a:p>
          <a:r>
            <a:rPr lang="en-US" b="1"/>
            <a:t>Night Time Monitoring:</a:t>
          </a:r>
          <a:r>
            <a:rPr lang="en-US"/>
            <a:t> Reduced effectiveness in low-light conditions.</a:t>
          </a:r>
        </a:p>
      </dgm:t>
    </dgm:pt>
    <dgm:pt modelId="{CC5FA794-9F1C-49F4-86CB-C95915AB3477}" type="parTrans" cxnId="{D2446BF1-424D-442D-B01E-3880753A6DC2}">
      <dgm:prSet/>
      <dgm:spPr/>
      <dgm:t>
        <a:bodyPr/>
        <a:lstStyle/>
        <a:p>
          <a:endParaRPr lang="en-US"/>
        </a:p>
      </dgm:t>
    </dgm:pt>
    <dgm:pt modelId="{6F7F9D33-2C72-408B-BAE7-5422390FBBB8}" type="sibTrans" cxnId="{D2446BF1-424D-442D-B01E-3880753A6DC2}">
      <dgm:prSet/>
      <dgm:spPr/>
      <dgm:t>
        <a:bodyPr/>
        <a:lstStyle/>
        <a:p>
          <a:endParaRPr lang="en-US"/>
        </a:p>
      </dgm:t>
    </dgm:pt>
    <dgm:pt modelId="{B925BD5F-9A70-4E3D-86CE-DFE29F1614CA}">
      <dgm:prSet/>
      <dgm:spPr/>
      <dgm:t>
        <a:bodyPr/>
        <a:lstStyle/>
        <a:p>
          <a:r>
            <a:rPr lang="en-US" b="1"/>
            <a:t>False Alerts:</a:t>
          </a:r>
          <a:r>
            <a:rPr lang="en-US"/>
            <a:t> Potential for inaccuracies in detecting drowsiness and distractions.</a:t>
          </a:r>
        </a:p>
      </dgm:t>
    </dgm:pt>
    <dgm:pt modelId="{6367C094-2C7B-477F-B1CD-6545B75F2B47}" type="parTrans" cxnId="{9B1DB294-D01B-43FF-B4BC-7679193B1150}">
      <dgm:prSet/>
      <dgm:spPr/>
      <dgm:t>
        <a:bodyPr/>
        <a:lstStyle/>
        <a:p>
          <a:endParaRPr lang="en-US"/>
        </a:p>
      </dgm:t>
    </dgm:pt>
    <dgm:pt modelId="{29C677ED-2961-47F4-8BD0-40DB9C0E39B7}" type="sibTrans" cxnId="{9B1DB294-D01B-43FF-B4BC-7679193B1150}">
      <dgm:prSet/>
      <dgm:spPr/>
      <dgm:t>
        <a:bodyPr/>
        <a:lstStyle/>
        <a:p>
          <a:endParaRPr lang="en-US"/>
        </a:p>
      </dgm:t>
    </dgm:pt>
    <dgm:pt modelId="{0CBEB7F4-4047-492F-94D1-3BEE7BEAA5EA}">
      <dgm:prSet/>
      <dgm:spPr/>
      <dgm:t>
        <a:bodyPr/>
        <a:lstStyle/>
        <a:p>
          <a:r>
            <a:rPr lang="en-US" b="1"/>
            <a:t>Privacy Concerns:</a:t>
          </a:r>
          <a:r>
            <a:rPr lang="en-US"/>
            <a:t> Balancing safety with driver privacy.</a:t>
          </a:r>
        </a:p>
      </dgm:t>
    </dgm:pt>
    <dgm:pt modelId="{BF397837-68FB-45E8-9795-83CBF2B59936}" type="parTrans" cxnId="{A69A78D0-FFC5-4548-AFD0-D7EAC856AFF5}">
      <dgm:prSet/>
      <dgm:spPr/>
      <dgm:t>
        <a:bodyPr/>
        <a:lstStyle/>
        <a:p>
          <a:endParaRPr lang="en-US"/>
        </a:p>
      </dgm:t>
    </dgm:pt>
    <dgm:pt modelId="{D1C196F0-3DB0-47D5-9DAD-E5F66149D2D7}" type="sibTrans" cxnId="{A69A78D0-FFC5-4548-AFD0-D7EAC856AFF5}">
      <dgm:prSet/>
      <dgm:spPr/>
      <dgm:t>
        <a:bodyPr/>
        <a:lstStyle/>
        <a:p>
          <a:endParaRPr lang="en-US"/>
        </a:p>
      </dgm:t>
    </dgm:pt>
    <dgm:pt modelId="{AA3B3973-6E75-4FC9-9DCE-AFE893909334}">
      <dgm:prSet/>
      <dgm:spPr/>
      <dgm:t>
        <a:bodyPr/>
        <a:lstStyle/>
        <a:p>
          <a:r>
            <a:rPr lang="en-US" b="1"/>
            <a:t>Integration Challenges:</a:t>
          </a:r>
          <a:r>
            <a:rPr lang="en-US"/>
            <a:t> Requires additional resources and adjustments.</a:t>
          </a:r>
        </a:p>
      </dgm:t>
    </dgm:pt>
    <dgm:pt modelId="{A41762B9-7E89-4690-8B36-F05743A74DD1}" type="parTrans" cxnId="{F1EF1D6F-4EFE-429E-BC8A-BFCC5BFE541C}">
      <dgm:prSet/>
      <dgm:spPr/>
      <dgm:t>
        <a:bodyPr/>
        <a:lstStyle/>
        <a:p>
          <a:endParaRPr lang="en-US"/>
        </a:p>
      </dgm:t>
    </dgm:pt>
    <dgm:pt modelId="{3984CA45-B9AC-40C5-A8A3-0023A8FD2F7A}" type="sibTrans" cxnId="{F1EF1D6F-4EFE-429E-BC8A-BFCC5BFE541C}">
      <dgm:prSet/>
      <dgm:spPr/>
      <dgm:t>
        <a:bodyPr/>
        <a:lstStyle/>
        <a:p>
          <a:endParaRPr lang="en-US"/>
        </a:p>
      </dgm:t>
    </dgm:pt>
    <dgm:pt modelId="{B74DABE4-87C7-4083-B460-4BBDA88CC197}" type="pres">
      <dgm:prSet presAssocID="{B3FAEAD5-2664-4939-B7D8-7198E54B8A3C}" presName="root" presStyleCnt="0">
        <dgm:presLayoutVars>
          <dgm:dir/>
          <dgm:resizeHandles val="exact"/>
        </dgm:presLayoutVars>
      </dgm:prSet>
      <dgm:spPr/>
    </dgm:pt>
    <dgm:pt modelId="{5FD63C13-3833-4E44-A3BD-8F99EF2B807C}" type="pres">
      <dgm:prSet presAssocID="{4625CE56-87EE-48E2-B0E0-992F69DF5318}" presName="compNode" presStyleCnt="0"/>
      <dgm:spPr/>
    </dgm:pt>
    <dgm:pt modelId="{4E121539-39F2-41CC-AB25-448D2946DC24}" type="pres">
      <dgm:prSet presAssocID="{4625CE56-87EE-48E2-B0E0-992F69DF5318}" presName="bgRect" presStyleLbl="bgShp" presStyleIdx="0" presStyleCnt="4"/>
      <dgm:spPr/>
    </dgm:pt>
    <dgm:pt modelId="{F95546B2-2184-4B52-90BE-DFFB167420B8}" type="pres">
      <dgm:prSet presAssocID="{4625CE56-87EE-48E2-B0E0-992F69DF531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set scene"/>
        </a:ext>
      </dgm:extLst>
    </dgm:pt>
    <dgm:pt modelId="{D357C9DB-A9D7-4ECC-8F7B-E861FA778908}" type="pres">
      <dgm:prSet presAssocID="{4625CE56-87EE-48E2-B0E0-992F69DF5318}" presName="spaceRect" presStyleCnt="0"/>
      <dgm:spPr/>
    </dgm:pt>
    <dgm:pt modelId="{FCD9BC3B-AA60-4633-9BFD-522051A3F973}" type="pres">
      <dgm:prSet presAssocID="{4625CE56-87EE-48E2-B0E0-992F69DF5318}" presName="parTx" presStyleLbl="revTx" presStyleIdx="0" presStyleCnt="4">
        <dgm:presLayoutVars>
          <dgm:chMax val="0"/>
          <dgm:chPref val="0"/>
        </dgm:presLayoutVars>
      </dgm:prSet>
      <dgm:spPr/>
    </dgm:pt>
    <dgm:pt modelId="{E41CEB88-01BF-4748-9FFB-072E8D2CA7CD}" type="pres">
      <dgm:prSet presAssocID="{6F7F9D33-2C72-408B-BAE7-5422390FBBB8}" presName="sibTrans" presStyleCnt="0"/>
      <dgm:spPr/>
    </dgm:pt>
    <dgm:pt modelId="{2FB1E6B7-9C6B-4F2E-9AF5-29B453A28F9E}" type="pres">
      <dgm:prSet presAssocID="{B925BD5F-9A70-4E3D-86CE-DFE29F1614CA}" presName="compNode" presStyleCnt="0"/>
      <dgm:spPr/>
    </dgm:pt>
    <dgm:pt modelId="{13330AF8-68E3-4BAF-9C52-D12BFEB91AA7}" type="pres">
      <dgm:prSet presAssocID="{B925BD5F-9A70-4E3D-86CE-DFE29F1614CA}" presName="bgRect" presStyleLbl="bgShp" presStyleIdx="1" presStyleCnt="4"/>
      <dgm:spPr/>
    </dgm:pt>
    <dgm:pt modelId="{B868167C-D3CE-4615-B409-12D163B25319}" type="pres">
      <dgm:prSet presAssocID="{B925BD5F-9A70-4E3D-86CE-DFE29F1614C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fused Person"/>
        </a:ext>
      </dgm:extLst>
    </dgm:pt>
    <dgm:pt modelId="{200B333A-274F-4225-9480-66D26BC7FE9C}" type="pres">
      <dgm:prSet presAssocID="{B925BD5F-9A70-4E3D-86CE-DFE29F1614CA}" presName="spaceRect" presStyleCnt="0"/>
      <dgm:spPr/>
    </dgm:pt>
    <dgm:pt modelId="{3D14DD31-0136-451B-93A8-087E1AAF40D7}" type="pres">
      <dgm:prSet presAssocID="{B925BD5F-9A70-4E3D-86CE-DFE29F1614CA}" presName="parTx" presStyleLbl="revTx" presStyleIdx="1" presStyleCnt="4">
        <dgm:presLayoutVars>
          <dgm:chMax val="0"/>
          <dgm:chPref val="0"/>
        </dgm:presLayoutVars>
      </dgm:prSet>
      <dgm:spPr/>
    </dgm:pt>
    <dgm:pt modelId="{CD40BF6A-3FC1-4D50-93A5-12479AA7D526}" type="pres">
      <dgm:prSet presAssocID="{29C677ED-2961-47F4-8BD0-40DB9C0E39B7}" presName="sibTrans" presStyleCnt="0"/>
      <dgm:spPr/>
    </dgm:pt>
    <dgm:pt modelId="{9CA05082-A601-48FA-A565-8F8702B35A28}" type="pres">
      <dgm:prSet presAssocID="{0CBEB7F4-4047-492F-94D1-3BEE7BEAA5EA}" presName="compNode" presStyleCnt="0"/>
      <dgm:spPr/>
    </dgm:pt>
    <dgm:pt modelId="{D30886E3-51CD-402C-8DFD-B455D11856F2}" type="pres">
      <dgm:prSet presAssocID="{0CBEB7F4-4047-492F-94D1-3BEE7BEAA5EA}" presName="bgRect" presStyleLbl="bgShp" presStyleIdx="2" presStyleCnt="4"/>
      <dgm:spPr/>
    </dgm:pt>
    <dgm:pt modelId="{9FEF20D9-B0A7-4ADC-9B28-4173FDE73FCC}" type="pres">
      <dgm:prSet presAssocID="{0CBEB7F4-4047-492F-94D1-3BEE7BEAA5E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868916F0-06F3-46D9-AF23-CC12096D6636}" type="pres">
      <dgm:prSet presAssocID="{0CBEB7F4-4047-492F-94D1-3BEE7BEAA5EA}" presName="spaceRect" presStyleCnt="0"/>
      <dgm:spPr/>
    </dgm:pt>
    <dgm:pt modelId="{04EECB1D-A933-46E6-8E0E-AACBC79A35F4}" type="pres">
      <dgm:prSet presAssocID="{0CBEB7F4-4047-492F-94D1-3BEE7BEAA5EA}" presName="parTx" presStyleLbl="revTx" presStyleIdx="2" presStyleCnt="4">
        <dgm:presLayoutVars>
          <dgm:chMax val="0"/>
          <dgm:chPref val="0"/>
        </dgm:presLayoutVars>
      </dgm:prSet>
      <dgm:spPr/>
    </dgm:pt>
    <dgm:pt modelId="{2637B163-1271-4C4E-861A-D7452E1956C0}" type="pres">
      <dgm:prSet presAssocID="{D1C196F0-3DB0-47D5-9DAD-E5F66149D2D7}" presName="sibTrans" presStyleCnt="0"/>
      <dgm:spPr/>
    </dgm:pt>
    <dgm:pt modelId="{39D6ECFD-6F9C-4DD7-BFD2-E8A449E0E34E}" type="pres">
      <dgm:prSet presAssocID="{AA3B3973-6E75-4FC9-9DCE-AFE893909334}" presName="compNode" presStyleCnt="0"/>
      <dgm:spPr/>
    </dgm:pt>
    <dgm:pt modelId="{1EB83F73-D95E-45EB-B115-00BD148156B3}" type="pres">
      <dgm:prSet presAssocID="{AA3B3973-6E75-4FC9-9DCE-AFE893909334}" presName="bgRect" presStyleLbl="bgShp" presStyleIdx="3" presStyleCnt="4"/>
      <dgm:spPr/>
    </dgm:pt>
    <dgm:pt modelId="{F7F8DDBC-4036-4099-AAB4-9CC0B244DF80}" type="pres">
      <dgm:prSet presAssocID="{AA3B3973-6E75-4FC9-9DCE-AFE89390933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FB806ADB-ABF2-4237-B739-D13B37B23E99}" type="pres">
      <dgm:prSet presAssocID="{AA3B3973-6E75-4FC9-9DCE-AFE893909334}" presName="spaceRect" presStyleCnt="0"/>
      <dgm:spPr/>
    </dgm:pt>
    <dgm:pt modelId="{6CEBDCEE-B366-4FD9-85EC-8C1BAB1A0BF3}" type="pres">
      <dgm:prSet presAssocID="{AA3B3973-6E75-4FC9-9DCE-AFE89390933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D31ED23-E3FF-48BB-B569-88FEB74A2AA5}" type="presOf" srcId="{B925BD5F-9A70-4E3D-86CE-DFE29F1614CA}" destId="{3D14DD31-0136-451B-93A8-087E1AAF40D7}" srcOrd="0" destOrd="0" presId="urn:microsoft.com/office/officeart/2018/2/layout/IconVerticalSolidList"/>
    <dgm:cxn modelId="{9A74C931-CA3B-420B-9E7B-38FC452052B0}" type="presOf" srcId="{AA3B3973-6E75-4FC9-9DCE-AFE893909334}" destId="{6CEBDCEE-B366-4FD9-85EC-8C1BAB1A0BF3}" srcOrd="0" destOrd="0" presId="urn:microsoft.com/office/officeart/2018/2/layout/IconVerticalSolidList"/>
    <dgm:cxn modelId="{7721555D-07E0-4A37-9068-1619CDD16291}" type="presOf" srcId="{4625CE56-87EE-48E2-B0E0-992F69DF5318}" destId="{FCD9BC3B-AA60-4633-9BFD-522051A3F973}" srcOrd="0" destOrd="0" presId="urn:microsoft.com/office/officeart/2018/2/layout/IconVerticalSolidList"/>
    <dgm:cxn modelId="{DFCF1F6A-22A2-4FDF-A701-552FA096D9A9}" type="presOf" srcId="{0CBEB7F4-4047-492F-94D1-3BEE7BEAA5EA}" destId="{04EECB1D-A933-46E6-8E0E-AACBC79A35F4}" srcOrd="0" destOrd="0" presId="urn:microsoft.com/office/officeart/2018/2/layout/IconVerticalSolidList"/>
    <dgm:cxn modelId="{F1EF1D6F-4EFE-429E-BC8A-BFCC5BFE541C}" srcId="{B3FAEAD5-2664-4939-B7D8-7198E54B8A3C}" destId="{AA3B3973-6E75-4FC9-9DCE-AFE893909334}" srcOrd="3" destOrd="0" parTransId="{A41762B9-7E89-4690-8B36-F05743A74DD1}" sibTransId="{3984CA45-B9AC-40C5-A8A3-0023A8FD2F7A}"/>
    <dgm:cxn modelId="{C1F7988A-6AAF-4038-88AA-3C53753D4D60}" type="presOf" srcId="{B3FAEAD5-2664-4939-B7D8-7198E54B8A3C}" destId="{B74DABE4-87C7-4083-B460-4BBDA88CC197}" srcOrd="0" destOrd="0" presId="urn:microsoft.com/office/officeart/2018/2/layout/IconVerticalSolidList"/>
    <dgm:cxn modelId="{9B1DB294-D01B-43FF-B4BC-7679193B1150}" srcId="{B3FAEAD5-2664-4939-B7D8-7198E54B8A3C}" destId="{B925BD5F-9A70-4E3D-86CE-DFE29F1614CA}" srcOrd="1" destOrd="0" parTransId="{6367C094-2C7B-477F-B1CD-6545B75F2B47}" sibTransId="{29C677ED-2961-47F4-8BD0-40DB9C0E39B7}"/>
    <dgm:cxn modelId="{A69A78D0-FFC5-4548-AFD0-D7EAC856AFF5}" srcId="{B3FAEAD5-2664-4939-B7D8-7198E54B8A3C}" destId="{0CBEB7F4-4047-492F-94D1-3BEE7BEAA5EA}" srcOrd="2" destOrd="0" parTransId="{BF397837-68FB-45E8-9795-83CBF2B59936}" sibTransId="{D1C196F0-3DB0-47D5-9DAD-E5F66149D2D7}"/>
    <dgm:cxn modelId="{D2446BF1-424D-442D-B01E-3880753A6DC2}" srcId="{B3FAEAD5-2664-4939-B7D8-7198E54B8A3C}" destId="{4625CE56-87EE-48E2-B0E0-992F69DF5318}" srcOrd="0" destOrd="0" parTransId="{CC5FA794-9F1C-49F4-86CB-C95915AB3477}" sibTransId="{6F7F9D33-2C72-408B-BAE7-5422390FBBB8}"/>
    <dgm:cxn modelId="{A07D2073-401B-4BB8-86FB-E220E45AAA68}" type="presParOf" srcId="{B74DABE4-87C7-4083-B460-4BBDA88CC197}" destId="{5FD63C13-3833-4E44-A3BD-8F99EF2B807C}" srcOrd="0" destOrd="0" presId="urn:microsoft.com/office/officeart/2018/2/layout/IconVerticalSolidList"/>
    <dgm:cxn modelId="{7A23287C-FA2F-4E96-A6C6-C123DDEFBBEE}" type="presParOf" srcId="{5FD63C13-3833-4E44-A3BD-8F99EF2B807C}" destId="{4E121539-39F2-41CC-AB25-448D2946DC24}" srcOrd="0" destOrd="0" presId="urn:microsoft.com/office/officeart/2018/2/layout/IconVerticalSolidList"/>
    <dgm:cxn modelId="{851603DE-0512-4C68-9447-7F695273069B}" type="presParOf" srcId="{5FD63C13-3833-4E44-A3BD-8F99EF2B807C}" destId="{F95546B2-2184-4B52-90BE-DFFB167420B8}" srcOrd="1" destOrd="0" presId="urn:microsoft.com/office/officeart/2018/2/layout/IconVerticalSolidList"/>
    <dgm:cxn modelId="{521D9B3D-72D7-4CDB-8617-CD553B85E2CD}" type="presParOf" srcId="{5FD63C13-3833-4E44-A3BD-8F99EF2B807C}" destId="{D357C9DB-A9D7-4ECC-8F7B-E861FA778908}" srcOrd="2" destOrd="0" presId="urn:microsoft.com/office/officeart/2018/2/layout/IconVerticalSolidList"/>
    <dgm:cxn modelId="{3F2546CF-C5B1-4D03-BDF4-A0036E6D3364}" type="presParOf" srcId="{5FD63C13-3833-4E44-A3BD-8F99EF2B807C}" destId="{FCD9BC3B-AA60-4633-9BFD-522051A3F973}" srcOrd="3" destOrd="0" presId="urn:microsoft.com/office/officeart/2018/2/layout/IconVerticalSolidList"/>
    <dgm:cxn modelId="{AA83ECD1-DDB5-4A68-82D6-DDC7E588C782}" type="presParOf" srcId="{B74DABE4-87C7-4083-B460-4BBDA88CC197}" destId="{E41CEB88-01BF-4748-9FFB-072E8D2CA7CD}" srcOrd="1" destOrd="0" presId="urn:microsoft.com/office/officeart/2018/2/layout/IconVerticalSolidList"/>
    <dgm:cxn modelId="{F7EB5911-38FA-4322-BD58-5E26B78F54F0}" type="presParOf" srcId="{B74DABE4-87C7-4083-B460-4BBDA88CC197}" destId="{2FB1E6B7-9C6B-4F2E-9AF5-29B453A28F9E}" srcOrd="2" destOrd="0" presId="urn:microsoft.com/office/officeart/2018/2/layout/IconVerticalSolidList"/>
    <dgm:cxn modelId="{5C67F378-894D-49C4-AF97-8EAB0ADD8CEC}" type="presParOf" srcId="{2FB1E6B7-9C6B-4F2E-9AF5-29B453A28F9E}" destId="{13330AF8-68E3-4BAF-9C52-D12BFEB91AA7}" srcOrd="0" destOrd="0" presId="urn:microsoft.com/office/officeart/2018/2/layout/IconVerticalSolidList"/>
    <dgm:cxn modelId="{DD3264FC-6B7A-4D00-9534-432BD8EA5BA6}" type="presParOf" srcId="{2FB1E6B7-9C6B-4F2E-9AF5-29B453A28F9E}" destId="{B868167C-D3CE-4615-B409-12D163B25319}" srcOrd="1" destOrd="0" presId="urn:microsoft.com/office/officeart/2018/2/layout/IconVerticalSolidList"/>
    <dgm:cxn modelId="{CDE45D0D-0546-4990-8E87-878557154FAA}" type="presParOf" srcId="{2FB1E6B7-9C6B-4F2E-9AF5-29B453A28F9E}" destId="{200B333A-274F-4225-9480-66D26BC7FE9C}" srcOrd="2" destOrd="0" presId="urn:microsoft.com/office/officeart/2018/2/layout/IconVerticalSolidList"/>
    <dgm:cxn modelId="{2013A12D-E812-4640-BC51-630657C7CA6C}" type="presParOf" srcId="{2FB1E6B7-9C6B-4F2E-9AF5-29B453A28F9E}" destId="{3D14DD31-0136-451B-93A8-087E1AAF40D7}" srcOrd="3" destOrd="0" presId="urn:microsoft.com/office/officeart/2018/2/layout/IconVerticalSolidList"/>
    <dgm:cxn modelId="{0A39E0E5-B12A-447D-B382-50FF8B14C547}" type="presParOf" srcId="{B74DABE4-87C7-4083-B460-4BBDA88CC197}" destId="{CD40BF6A-3FC1-4D50-93A5-12479AA7D526}" srcOrd="3" destOrd="0" presId="urn:microsoft.com/office/officeart/2018/2/layout/IconVerticalSolidList"/>
    <dgm:cxn modelId="{F1348910-A979-4F7D-9A78-B9C1BFAF2764}" type="presParOf" srcId="{B74DABE4-87C7-4083-B460-4BBDA88CC197}" destId="{9CA05082-A601-48FA-A565-8F8702B35A28}" srcOrd="4" destOrd="0" presId="urn:microsoft.com/office/officeart/2018/2/layout/IconVerticalSolidList"/>
    <dgm:cxn modelId="{C40DCAE6-4ADA-46A9-B96C-8B701DC49E41}" type="presParOf" srcId="{9CA05082-A601-48FA-A565-8F8702B35A28}" destId="{D30886E3-51CD-402C-8DFD-B455D11856F2}" srcOrd="0" destOrd="0" presId="urn:microsoft.com/office/officeart/2018/2/layout/IconVerticalSolidList"/>
    <dgm:cxn modelId="{4CBCB9C7-B0B5-479E-91DC-46181AC59554}" type="presParOf" srcId="{9CA05082-A601-48FA-A565-8F8702B35A28}" destId="{9FEF20D9-B0A7-4ADC-9B28-4173FDE73FCC}" srcOrd="1" destOrd="0" presId="urn:microsoft.com/office/officeart/2018/2/layout/IconVerticalSolidList"/>
    <dgm:cxn modelId="{B32F7CE7-1EF1-4992-9840-73AC44CE0045}" type="presParOf" srcId="{9CA05082-A601-48FA-A565-8F8702B35A28}" destId="{868916F0-06F3-46D9-AF23-CC12096D6636}" srcOrd="2" destOrd="0" presId="urn:microsoft.com/office/officeart/2018/2/layout/IconVerticalSolidList"/>
    <dgm:cxn modelId="{2DE58E05-FF3B-41B7-BBD9-6813310E59F0}" type="presParOf" srcId="{9CA05082-A601-48FA-A565-8F8702B35A28}" destId="{04EECB1D-A933-46E6-8E0E-AACBC79A35F4}" srcOrd="3" destOrd="0" presId="urn:microsoft.com/office/officeart/2018/2/layout/IconVerticalSolidList"/>
    <dgm:cxn modelId="{C2FF9BE5-FE63-4441-B1D0-EFF4D280AE4E}" type="presParOf" srcId="{B74DABE4-87C7-4083-B460-4BBDA88CC197}" destId="{2637B163-1271-4C4E-861A-D7452E1956C0}" srcOrd="5" destOrd="0" presId="urn:microsoft.com/office/officeart/2018/2/layout/IconVerticalSolidList"/>
    <dgm:cxn modelId="{FA0D5289-194B-4DEB-A67D-BD25DD87191F}" type="presParOf" srcId="{B74DABE4-87C7-4083-B460-4BBDA88CC197}" destId="{39D6ECFD-6F9C-4DD7-BFD2-E8A449E0E34E}" srcOrd="6" destOrd="0" presId="urn:microsoft.com/office/officeart/2018/2/layout/IconVerticalSolidList"/>
    <dgm:cxn modelId="{A7ECBE1F-BE86-4083-8771-DA68CE1E8046}" type="presParOf" srcId="{39D6ECFD-6F9C-4DD7-BFD2-E8A449E0E34E}" destId="{1EB83F73-D95E-45EB-B115-00BD148156B3}" srcOrd="0" destOrd="0" presId="urn:microsoft.com/office/officeart/2018/2/layout/IconVerticalSolidList"/>
    <dgm:cxn modelId="{4246C542-5D24-459D-8553-348920750526}" type="presParOf" srcId="{39D6ECFD-6F9C-4DD7-BFD2-E8A449E0E34E}" destId="{F7F8DDBC-4036-4099-AAB4-9CC0B244DF80}" srcOrd="1" destOrd="0" presId="urn:microsoft.com/office/officeart/2018/2/layout/IconVerticalSolidList"/>
    <dgm:cxn modelId="{5E1803C5-0BCB-43A3-BB48-0B78CFD8CBCA}" type="presParOf" srcId="{39D6ECFD-6F9C-4DD7-BFD2-E8A449E0E34E}" destId="{FB806ADB-ABF2-4237-B739-D13B37B23E99}" srcOrd="2" destOrd="0" presId="urn:microsoft.com/office/officeart/2018/2/layout/IconVerticalSolidList"/>
    <dgm:cxn modelId="{261969F1-AC63-449E-9E66-3A49E97CDAFF}" type="presParOf" srcId="{39D6ECFD-6F9C-4DD7-BFD2-E8A449E0E34E}" destId="{6CEBDCEE-B366-4FD9-85EC-8C1BAB1A0BF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B9B755-7F19-43B9-B14D-5E7B4AF12B73}">
      <dsp:nvSpPr>
        <dsp:cNvPr id="0" name=""/>
        <dsp:cNvSpPr/>
      </dsp:nvSpPr>
      <dsp:spPr>
        <a:xfrm>
          <a:off x="293237" y="721151"/>
          <a:ext cx="1267930" cy="1191380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4BC0E4-EDE4-4219-838F-98445015AB6E}">
      <dsp:nvSpPr>
        <dsp:cNvPr id="0" name=""/>
        <dsp:cNvSpPr/>
      </dsp:nvSpPr>
      <dsp:spPr>
        <a:xfrm>
          <a:off x="559503" y="971341"/>
          <a:ext cx="735399" cy="691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0B87F3-F2C2-4785-9082-EDAD9FE096BD}">
      <dsp:nvSpPr>
        <dsp:cNvPr id="0" name=""/>
        <dsp:cNvSpPr/>
      </dsp:nvSpPr>
      <dsp:spPr>
        <a:xfrm>
          <a:off x="1646257" y="968161"/>
          <a:ext cx="1570261" cy="66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/>
            <a:t>Real-Time Driver Monitoring</a:t>
          </a:r>
          <a:endParaRPr lang="en-US" sz="2000" kern="1200" dirty="0"/>
        </a:p>
      </dsp:txBody>
      <dsp:txXfrm>
        <a:off x="1646257" y="968161"/>
        <a:ext cx="1570261" cy="666171"/>
      </dsp:txXfrm>
    </dsp:sp>
    <dsp:sp modelId="{820C3553-2A0F-4BD6-9BA4-C9D0A54670F1}">
      <dsp:nvSpPr>
        <dsp:cNvPr id="0" name=""/>
        <dsp:cNvSpPr/>
      </dsp:nvSpPr>
      <dsp:spPr>
        <a:xfrm>
          <a:off x="3246907" y="721151"/>
          <a:ext cx="1267930" cy="1191380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674FDD-9BE6-4AD9-A941-DE00270213C9}">
      <dsp:nvSpPr>
        <dsp:cNvPr id="0" name=""/>
        <dsp:cNvSpPr/>
      </dsp:nvSpPr>
      <dsp:spPr>
        <a:xfrm>
          <a:off x="3513172" y="971341"/>
          <a:ext cx="735399" cy="691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922914-C7F7-450B-ACDF-60DAD2465E4C}">
      <dsp:nvSpPr>
        <dsp:cNvPr id="0" name=""/>
        <dsp:cNvSpPr/>
      </dsp:nvSpPr>
      <dsp:spPr>
        <a:xfrm>
          <a:off x="4601387" y="893616"/>
          <a:ext cx="1570261" cy="66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/>
            <a:t>Driver Identification System</a:t>
          </a:r>
          <a:endParaRPr lang="en-US" sz="2000" kern="1200" dirty="0"/>
        </a:p>
      </dsp:txBody>
      <dsp:txXfrm>
        <a:off x="4601387" y="893616"/>
        <a:ext cx="1570261" cy="666171"/>
      </dsp:txXfrm>
    </dsp:sp>
    <dsp:sp modelId="{5A1C5F80-AE77-452C-A097-FFF58290D20C}">
      <dsp:nvSpPr>
        <dsp:cNvPr id="0" name=""/>
        <dsp:cNvSpPr/>
      </dsp:nvSpPr>
      <dsp:spPr>
        <a:xfrm>
          <a:off x="6200576" y="721151"/>
          <a:ext cx="1267930" cy="1191380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E7D73E-23AB-4769-A03B-7A64C6CF9F88}">
      <dsp:nvSpPr>
        <dsp:cNvPr id="0" name=""/>
        <dsp:cNvSpPr/>
      </dsp:nvSpPr>
      <dsp:spPr>
        <a:xfrm>
          <a:off x="6466842" y="971341"/>
          <a:ext cx="735399" cy="691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DB2D18-DBCB-4E66-B4E0-D73A682F8D3E}">
      <dsp:nvSpPr>
        <dsp:cNvPr id="0" name=""/>
        <dsp:cNvSpPr/>
      </dsp:nvSpPr>
      <dsp:spPr>
        <a:xfrm>
          <a:off x="7603616" y="967368"/>
          <a:ext cx="1570261" cy="66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/>
            <a:t>Automated Alerts &amp; Notifications</a:t>
          </a:r>
          <a:endParaRPr lang="en-US" sz="2000" kern="1200" dirty="0"/>
        </a:p>
      </dsp:txBody>
      <dsp:txXfrm>
        <a:off x="7603616" y="967368"/>
        <a:ext cx="1570261" cy="666171"/>
      </dsp:txXfrm>
    </dsp:sp>
    <dsp:sp modelId="{511E83E2-120B-4EF3-AD29-2F8DDC73C9CB}">
      <dsp:nvSpPr>
        <dsp:cNvPr id="0" name=""/>
        <dsp:cNvSpPr/>
      </dsp:nvSpPr>
      <dsp:spPr>
        <a:xfrm>
          <a:off x="293237" y="2695979"/>
          <a:ext cx="1267930" cy="1191380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7B2C0F-6580-4A2A-B813-81A56876BC0A}">
      <dsp:nvSpPr>
        <dsp:cNvPr id="0" name=""/>
        <dsp:cNvSpPr/>
      </dsp:nvSpPr>
      <dsp:spPr>
        <a:xfrm>
          <a:off x="559503" y="2946169"/>
          <a:ext cx="735399" cy="691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E8CB78-3EE5-41D9-A278-AFE861137F1E}">
      <dsp:nvSpPr>
        <dsp:cNvPr id="0" name=""/>
        <dsp:cNvSpPr/>
      </dsp:nvSpPr>
      <dsp:spPr>
        <a:xfrm>
          <a:off x="1661677" y="2958584"/>
          <a:ext cx="1570261" cy="66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/>
            <a:t>Safety Data &amp; Analytics</a:t>
          </a:r>
          <a:endParaRPr lang="en-US" sz="2000" kern="1200" dirty="0"/>
        </a:p>
      </dsp:txBody>
      <dsp:txXfrm>
        <a:off x="1661677" y="2958584"/>
        <a:ext cx="1570261" cy="666171"/>
      </dsp:txXfrm>
    </dsp:sp>
    <dsp:sp modelId="{DF1F9AC9-7153-459D-BF5E-9A562E44F04B}">
      <dsp:nvSpPr>
        <dsp:cNvPr id="0" name=""/>
        <dsp:cNvSpPr/>
      </dsp:nvSpPr>
      <dsp:spPr>
        <a:xfrm>
          <a:off x="3246907" y="2695979"/>
          <a:ext cx="1267930" cy="1191380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39C5D5-B898-4E39-9C3D-FF0531885DF9}">
      <dsp:nvSpPr>
        <dsp:cNvPr id="0" name=""/>
        <dsp:cNvSpPr/>
      </dsp:nvSpPr>
      <dsp:spPr>
        <a:xfrm>
          <a:off x="3513172" y="2946169"/>
          <a:ext cx="735399" cy="691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9FE492-EE61-4464-BCDE-76ED8F9B952B}">
      <dsp:nvSpPr>
        <dsp:cNvPr id="0" name=""/>
        <dsp:cNvSpPr/>
      </dsp:nvSpPr>
      <dsp:spPr>
        <a:xfrm>
          <a:off x="4616791" y="2958584"/>
          <a:ext cx="1570261" cy="66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/>
            <a:t>User-Friendly Interface</a:t>
          </a:r>
          <a:endParaRPr lang="en-US" sz="2000" kern="1200" dirty="0"/>
        </a:p>
      </dsp:txBody>
      <dsp:txXfrm>
        <a:off x="4616791" y="2958584"/>
        <a:ext cx="1570261" cy="6661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ADC95B-7324-4742-A48E-B5ED374ECECC}">
      <dsp:nvSpPr>
        <dsp:cNvPr id="0" name=""/>
        <dsp:cNvSpPr/>
      </dsp:nvSpPr>
      <dsp:spPr>
        <a:xfrm>
          <a:off x="692120" y="862990"/>
          <a:ext cx="1098000" cy="1098000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A887A5-637F-43F3-B7EA-47482C376B18}">
      <dsp:nvSpPr>
        <dsp:cNvPr id="0" name=""/>
        <dsp:cNvSpPr/>
      </dsp:nvSpPr>
      <dsp:spPr>
        <a:xfrm>
          <a:off x="926120" y="1096990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6EFFEF-738E-40AF-BD42-F0D0AF11DDA0}">
      <dsp:nvSpPr>
        <dsp:cNvPr id="0" name=""/>
        <dsp:cNvSpPr/>
      </dsp:nvSpPr>
      <dsp:spPr>
        <a:xfrm>
          <a:off x="341120" y="2302990"/>
          <a:ext cx="1800000" cy="90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600" b="1" kern="1200" dirty="0"/>
            <a:t>Logistics &amp; Delivery Companies</a:t>
          </a:r>
          <a:endParaRPr lang="en-US" sz="1600" kern="1200" dirty="0"/>
        </a:p>
      </dsp:txBody>
      <dsp:txXfrm>
        <a:off x="341120" y="2302990"/>
        <a:ext cx="1800000" cy="900000"/>
      </dsp:txXfrm>
    </dsp:sp>
    <dsp:sp modelId="{2EE15780-C077-40B9-B881-03B2A21965F4}">
      <dsp:nvSpPr>
        <dsp:cNvPr id="0" name=""/>
        <dsp:cNvSpPr/>
      </dsp:nvSpPr>
      <dsp:spPr>
        <a:xfrm>
          <a:off x="2807120" y="862990"/>
          <a:ext cx="1098000" cy="1098000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0C9486-A0D3-4708-BDC2-EE4AE08419F5}">
      <dsp:nvSpPr>
        <dsp:cNvPr id="0" name=""/>
        <dsp:cNvSpPr/>
      </dsp:nvSpPr>
      <dsp:spPr>
        <a:xfrm>
          <a:off x="3041120" y="1096990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38D61B-967C-483F-82BF-E368ED188387}">
      <dsp:nvSpPr>
        <dsp:cNvPr id="0" name=""/>
        <dsp:cNvSpPr/>
      </dsp:nvSpPr>
      <dsp:spPr>
        <a:xfrm>
          <a:off x="2456120" y="2302990"/>
          <a:ext cx="1800000" cy="90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kern="1200"/>
            <a:t>Rental Transport Companies </a:t>
          </a:r>
          <a:endParaRPr lang="en-US" sz="1600" kern="1200"/>
        </a:p>
      </dsp:txBody>
      <dsp:txXfrm>
        <a:off x="2456120" y="2302990"/>
        <a:ext cx="1800000" cy="900000"/>
      </dsp:txXfrm>
    </dsp:sp>
    <dsp:sp modelId="{11767DAC-6814-48E8-BD69-3C6DF3CABE1B}">
      <dsp:nvSpPr>
        <dsp:cNvPr id="0" name=""/>
        <dsp:cNvSpPr/>
      </dsp:nvSpPr>
      <dsp:spPr>
        <a:xfrm>
          <a:off x="4922120" y="862990"/>
          <a:ext cx="1098000" cy="1098000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CECDD3-E6F5-405C-8F51-36B281D41DB7}">
      <dsp:nvSpPr>
        <dsp:cNvPr id="0" name=""/>
        <dsp:cNvSpPr/>
      </dsp:nvSpPr>
      <dsp:spPr>
        <a:xfrm>
          <a:off x="5156120" y="1096990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A93D10-C2D3-46EE-8996-3C5CD324A02B}">
      <dsp:nvSpPr>
        <dsp:cNvPr id="0" name=""/>
        <dsp:cNvSpPr/>
      </dsp:nvSpPr>
      <dsp:spPr>
        <a:xfrm>
          <a:off x="4571120" y="2302990"/>
          <a:ext cx="1800000" cy="90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kern="1200"/>
            <a:t>Passengers</a:t>
          </a:r>
          <a:endParaRPr lang="en-US" sz="1600" kern="1200"/>
        </a:p>
      </dsp:txBody>
      <dsp:txXfrm>
        <a:off x="4571120" y="2302990"/>
        <a:ext cx="1800000" cy="900000"/>
      </dsp:txXfrm>
    </dsp:sp>
    <dsp:sp modelId="{6049E139-809E-4C38-AB78-821ED681548A}">
      <dsp:nvSpPr>
        <dsp:cNvPr id="0" name=""/>
        <dsp:cNvSpPr/>
      </dsp:nvSpPr>
      <dsp:spPr>
        <a:xfrm>
          <a:off x="7037120" y="862990"/>
          <a:ext cx="1098000" cy="1098000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01C99D-0EC7-41D1-A6B9-D2216742B169}">
      <dsp:nvSpPr>
        <dsp:cNvPr id="0" name=""/>
        <dsp:cNvSpPr/>
      </dsp:nvSpPr>
      <dsp:spPr>
        <a:xfrm>
          <a:off x="7271120" y="1096990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D1742D-9C00-4EE9-9650-614CD425C6A9}">
      <dsp:nvSpPr>
        <dsp:cNvPr id="0" name=""/>
        <dsp:cNvSpPr/>
      </dsp:nvSpPr>
      <dsp:spPr>
        <a:xfrm>
          <a:off x="6686120" y="2302990"/>
          <a:ext cx="1800000" cy="90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kern="1200"/>
            <a:t>Insurance Companies</a:t>
          </a:r>
          <a:endParaRPr lang="en-US" sz="1600" kern="1200"/>
        </a:p>
      </dsp:txBody>
      <dsp:txXfrm>
        <a:off x="6686120" y="2302990"/>
        <a:ext cx="1800000" cy="900000"/>
      </dsp:txXfrm>
    </dsp:sp>
    <dsp:sp modelId="{242ED7C7-B1D5-42A5-ACD6-D3B2DAB91CD7}">
      <dsp:nvSpPr>
        <dsp:cNvPr id="0" name=""/>
        <dsp:cNvSpPr/>
      </dsp:nvSpPr>
      <dsp:spPr>
        <a:xfrm>
          <a:off x="9152120" y="862990"/>
          <a:ext cx="1098000" cy="1098000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835B40-5C11-4FB8-B440-86A79F13EC43}">
      <dsp:nvSpPr>
        <dsp:cNvPr id="0" name=""/>
        <dsp:cNvSpPr/>
      </dsp:nvSpPr>
      <dsp:spPr>
        <a:xfrm>
          <a:off x="9386120" y="1096990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E5BC00-D119-4919-AA5F-1B234505E1CB}">
      <dsp:nvSpPr>
        <dsp:cNvPr id="0" name=""/>
        <dsp:cNvSpPr/>
      </dsp:nvSpPr>
      <dsp:spPr>
        <a:xfrm>
          <a:off x="8801120" y="2302990"/>
          <a:ext cx="1800000" cy="90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kern="1200"/>
            <a:t>Corporate Clients</a:t>
          </a:r>
          <a:endParaRPr lang="en-US" sz="1600" kern="1200"/>
        </a:p>
      </dsp:txBody>
      <dsp:txXfrm>
        <a:off x="8801120" y="2302990"/>
        <a:ext cx="1800000" cy="90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5F923F-0538-4CBF-8385-C461E2A4E35E}">
      <dsp:nvSpPr>
        <dsp:cNvPr id="0" name=""/>
        <dsp:cNvSpPr/>
      </dsp:nvSpPr>
      <dsp:spPr>
        <a:xfrm>
          <a:off x="0" y="482"/>
          <a:ext cx="10511626" cy="1127883"/>
        </a:xfrm>
        <a:prstGeom prst="roundRect">
          <a:avLst>
            <a:gd name="adj" fmla="val 10000"/>
          </a:avLst>
        </a:prstGeom>
        <a:solidFill>
          <a:schemeClr val="bg2">
            <a:lumMod val="90000"/>
          </a:schemeClr>
        </a:soli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74A0D0-212F-43F4-A4E6-0A34E47B6C90}">
      <dsp:nvSpPr>
        <dsp:cNvPr id="0" name=""/>
        <dsp:cNvSpPr/>
      </dsp:nvSpPr>
      <dsp:spPr>
        <a:xfrm>
          <a:off x="341184" y="254255"/>
          <a:ext cx="620336" cy="620336"/>
        </a:xfrm>
        <a:prstGeom prst="rect">
          <a:avLst/>
        </a:prstGeom>
        <a:solidFill>
          <a:schemeClr val="bg2">
            <a:lumMod val="9000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948239-99B1-4964-86B7-DCB9DD27ACEF}">
      <dsp:nvSpPr>
        <dsp:cNvPr id="0" name=""/>
        <dsp:cNvSpPr/>
      </dsp:nvSpPr>
      <dsp:spPr>
        <a:xfrm>
          <a:off x="1302705" y="482"/>
          <a:ext cx="9208921" cy="1127883"/>
        </a:xfrm>
        <a:prstGeom prst="rect">
          <a:avLst/>
        </a:prstGeom>
        <a:solidFill>
          <a:schemeClr val="bg2">
            <a:lumMod val="90000"/>
          </a:schemeClr>
        </a:soli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368" tIns="119368" rIns="119368" bIns="11936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Detect Driver Fatigue</a:t>
          </a:r>
          <a:r>
            <a:rPr lang="en-US" sz="2500" kern="1200" dirty="0"/>
            <a:t>: System would identify when the driver falls asleep.</a:t>
          </a:r>
        </a:p>
      </dsp:txBody>
      <dsp:txXfrm>
        <a:off x="1302705" y="482"/>
        <a:ext cx="9208921" cy="1127883"/>
      </dsp:txXfrm>
    </dsp:sp>
    <dsp:sp modelId="{E88E54F5-E900-4340-9931-2960831F4E74}">
      <dsp:nvSpPr>
        <dsp:cNvPr id="0" name=""/>
        <dsp:cNvSpPr/>
      </dsp:nvSpPr>
      <dsp:spPr>
        <a:xfrm>
          <a:off x="0" y="1410336"/>
          <a:ext cx="10511626" cy="1127883"/>
        </a:xfrm>
        <a:prstGeom prst="roundRect">
          <a:avLst>
            <a:gd name="adj" fmla="val 10000"/>
          </a:avLst>
        </a:prstGeom>
        <a:solidFill>
          <a:schemeClr val="bg2">
            <a:lumMod val="90000"/>
          </a:schemeClr>
        </a:soli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F3E6FF-478F-4D34-857A-A5D29014363A}">
      <dsp:nvSpPr>
        <dsp:cNvPr id="0" name=""/>
        <dsp:cNvSpPr/>
      </dsp:nvSpPr>
      <dsp:spPr>
        <a:xfrm>
          <a:off x="341184" y="1664110"/>
          <a:ext cx="620336" cy="620336"/>
        </a:xfrm>
        <a:prstGeom prst="rect">
          <a:avLst/>
        </a:prstGeom>
        <a:solidFill>
          <a:schemeClr val="bg2">
            <a:lumMod val="9000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142E03-5288-4946-BACA-E1DFE92D9E46}">
      <dsp:nvSpPr>
        <dsp:cNvPr id="0" name=""/>
        <dsp:cNvSpPr/>
      </dsp:nvSpPr>
      <dsp:spPr>
        <a:xfrm>
          <a:off x="1302705" y="1410336"/>
          <a:ext cx="9208921" cy="1127883"/>
        </a:xfrm>
        <a:prstGeom prst="rect">
          <a:avLst/>
        </a:prstGeom>
        <a:solidFill>
          <a:schemeClr val="bg2">
            <a:lumMod val="90000"/>
          </a:schemeClr>
        </a:soli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368" tIns="119368" rIns="119368" bIns="11936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Real-Time Alerts: </a:t>
          </a:r>
          <a:r>
            <a:rPr lang="en-US" sz="2500" kern="1200"/>
            <a:t>Instant notifications sent to the conductor and authorities.</a:t>
          </a:r>
        </a:p>
      </dsp:txBody>
      <dsp:txXfrm>
        <a:off x="1302705" y="1410336"/>
        <a:ext cx="9208921" cy="1127883"/>
      </dsp:txXfrm>
    </dsp:sp>
    <dsp:sp modelId="{3A2CCA11-8D35-4389-9261-6BDE77673A8B}">
      <dsp:nvSpPr>
        <dsp:cNvPr id="0" name=""/>
        <dsp:cNvSpPr/>
      </dsp:nvSpPr>
      <dsp:spPr>
        <a:xfrm>
          <a:off x="0" y="2820191"/>
          <a:ext cx="10511626" cy="1127883"/>
        </a:xfrm>
        <a:prstGeom prst="roundRect">
          <a:avLst>
            <a:gd name="adj" fmla="val 10000"/>
          </a:avLst>
        </a:prstGeom>
        <a:solidFill>
          <a:schemeClr val="bg2">
            <a:lumMod val="90000"/>
          </a:schemeClr>
        </a:soli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946BEA-D6CD-4305-9F0C-AAFB21F58F3F}">
      <dsp:nvSpPr>
        <dsp:cNvPr id="0" name=""/>
        <dsp:cNvSpPr/>
      </dsp:nvSpPr>
      <dsp:spPr>
        <a:xfrm>
          <a:off x="341184" y="3073965"/>
          <a:ext cx="620336" cy="620336"/>
        </a:xfrm>
        <a:prstGeom prst="rect">
          <a:avLst/>
        </a:prstGeom>
        <a:solidFill>
          <a:schemeClr val="bg2">
            <a:lumMod val="9000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AEA45E-ACFE-48CC-9BA3-8B8D031D34B7}">
      <dsp:nvSpPr>
        <dsp:cNvPr id="0" name=""/>
        <dsp:cNvSpPr/>
      </dsp:nvSpPr>
      <dsp:spPr>
        <a:xfrm>
          <a:off x="1302705" y="2820191"/>
          <a:ext cx="9208921" cy="1127883"/>
        </a:xfrm>
        <a:prstGeom prst="rect">
          <a:avLst/>
        </a:prstGeom>
        <a:solidFill>
          <a:schemeClr val="bg2">
            <a:lumMod val="90000"/>
          </a:schemeClr>
        </a:soli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368" tIns="119368" rIns="119368" bIns="11936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Prompt Intervention: </a:t>
          </a:r>
          <a:r>
            <a:rPr lang="en-US" sz="2500" kern="1200"/>
            <a:t>Allows immediate action to stop the bus and prevent an accident.</a:t>
          </a:r>
        </a:p>
      </dsp:txBody>
      <dsp:txXfrm>
        <a:off x="1302705" y="2820191"/>
        <a:ext cx="9208921" cy="112788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121539-39F2-41CC-AB25-448D2946DC24}">
      <dsp:nvSpPr>
        <dsp:cNvPr id="0" name=""/>
        <dsp:cNvSpPr/>
      </dsp:nvSpPr>
      <dsp:spPr>
        <a:xfrm>
          <a:off x="0" y="1638"/>
          <a:ext cx="10511626" cy="83058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5546B2-2184-4B52-90BE-DFFB167420B8}">
      <dsp:nvSpPr>
        <dsp:cNvPr id="0" name=""/>
        <dsp:cNvSpPr/>
      </dsp:nvSpPr>
      <dsp:spPr>
        <a:xfrm>
          <a:off x="251252" y="188520"/>
          <a:ext cx="456821" cy="4568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9BC3B-AA60-4633-9BFD-522051A3F973}">
      <dsp:nvSpPr>
        <dsp:cNvPr id="0" name=""/>
        <dsp:cNvSpPr/>
      </dsp:nvSpPr>
      <dsp:spPr>
        <a:xfrm>
          <a:off x="959325" y="1638"/>
          <a:ext cx="9552301" cy="830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904" tIns="87904" rIns="87904" bIns="8790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Night Time Monitoring:</a:t>
          </a:r>
          <a:r>
            <a:rPr lang="en-US" sz="2200" kern="1200"/>
            <a:t> Reduced effectiveness in low-light conditions.</a:t>
          </a:r>
        </a:p>
      </dsp:txBody>
      <dsp:txXfrm>
        <a:off x="959325" y="1638"/>
        <a:ext cx="9552301" cy="830585"/>
      </dsp:txXfrm>
    </dsp:sp>
    <dsp:sp modelId="{13330AF8-68E3-4BAF-9C52-D12BFEB91AA7}">
      <dsp:nvSpPr>
        <dsp:cNvPr id="0" name=""/>
        <dsp:cNvSpPr/>
      </dsp:nvSpPr>
      <dsp:spPr>
        <a:xfrm>
          <a:off x="0" y="1039870"/>
          <a:ext cx="10511626" cy="83058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68167C-D3CE-4615-B409-12D163B25319}">
      <dsp:nvSpPr>
        <dsp:cNvPr id="0" name=""/>
        <dsp:cNvSpPr/>
      </dsp:nvSpPr>
      <dsp:spPr>
        <a:xfrm>
          <a:off x="251252" y="1226751"/>
          <a:ext cx="456821" cy="4568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14DD31-0136-451B-93A8-087E1AAF40D7}">
      <dsp:nvSpPr>
        <dsp:cNvPr id="0" name=""/>
        <dsp:cNvSpPr/>
      </dsp:nvSpPr>
      <dsp:spPr>
        <a:xfrm>
          <a:off x="959325" y="1039870"/>
          <a:ext cx="9552301" cy="830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904" tIns="87904" rIns="87904" bIns="8790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False Alerts:</a:t>
          </a:r>
          <a:r>
            <a:rPr lang="en-US" sz="2200" kern="1200"/>
            <a:t> Potential for inaccuracies in detecting drowsiness and distractions.</a:t>
          </a:r>
        </a:p>
      </dsp:txBody>
      <dsp:txXfrm>
        <a:off x="959325" y="1039870"/>
        <a:ext cx="9552301" cy="830585"/>
      </dsp:txXfrm>
    </dsp:sp>
    <dsp:sp modelId="{D30886E3-51CD-402C-8DFD-B455D11856F2}">
      <dsp:nvSpPr>
        <dsp:cNvPr id="0" name=""/>
        <dsp:cNvSpPr/>
      </dsp:nvSpPr>
      <dsp:spPr>
        <a:xfrm>
          <a:off x="0" y="2078101"/>
          <a:ext cx="10511626" cy="83058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EF20D9-B0A7-4ADC-9B28-4173FDE73FCC}">
      <dsp:nvSpPr>
        <dsp:cNvPr id="0" name=""/>
        <dsp:cNvSpPr/>
      </dsp:nvSpPr>
      <dsp:spPr>
        <a:xfrm>
          <a:off x="251252" y="2264983"/>
          <a:ext cx="456821" cy="4568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EECB1D-A933-46E6-8E0E-AACBC79A35F4}">
      <dsp:nvSpPr>
        <dsp:cNvPr id="0" name=""/>
        <dsp:cNvSpPr/>
      </dsp:nvSpPr>
      <dsp:spPr>
        <a:xfrm>
          <a:off x="959325" y="2078101"/>
          <a:ext cx="9552301" cy="830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904" tIns="87904" rIns="87904" bIns="8790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Privacy Concerns:</a:t>
          </a:r>
          <a:r>
            <a:rPr lang="en-US" sz="2200" kern="1200"/>
            <a:t> Balancing safety with driver privacy.</a:t>
          </a:r>
        </a:p>
      </dsp:txBody>
      <dsp:txXfrm>
        <a:off x="959325" y="2078101"/>
        <a:ext cx="9552301" cy="830585"/>
      </dsp:txXfrm>
    </dsp:sp>
    <dsp:sp modelId="{1EB83F73-D95E-45EB-B115-00BD148156B3}">
      <dsp:nvSpPr>
        <dsp:cNvPr id="0" name=""/>
        <dsp:cNvSpPr/>
      </dsp:nvSpPr>
      <dsp:spPr>
        <a:xfrm>
          <a:off x="0" y="3116333"/>
          <a:ext cx="10511626" cy="83058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F8DDBC-4036-4099-AAB4-9CC0B244DF80}">
      <dsp:nvSpPr>
        <dsp:cNvPr id="0" name=""/>
        <dsp:cNvSpPr/>
      </dsp:nvSpPr>
      <dsp:spPr>
        <a:xfrm>
          <a:off x="251252" y="3303214"/>
          <a:ext cx="456821" cy="45682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EBDCEE-B366-4FD9-85EC-8C1BAB1A0BF3}">
      <dsp:nvSpPr>
        <dsp:cNvPr id="0" name=""/>
        <dsp:cNvSpPr/>
      </dsp:nvSpPr>
      <dsp:spPr>
        <a:xfrm>
          <a:off x="959325" y="3116333"/>
          <a:ext cx="9552301" cy="830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904" tIns="87904" rIns="87904" bIns="8790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Integration Challenges:</a:t>
          </a:r>
          <a:r>
            <a:rPr lang="en-US" sz="2200" kern="1200"/>
            <a:t> Requires additional resources and adjustments.</a:t>
          </a:r>
        </a:p>
      </dsp:txBody>
      <dsp:txXfrm>
        <a:off x="959325" y="3116333"/>
        <a:ext cx="9552301" cy="8305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937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  <p:sldLayoutId id="2147483693" r:id="rId18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sv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40.svg"/><Relationship Id="rId5" Type="http://schemas.openxmlformats.org/officeDocument/2006/relationships/diagramQuickStyle" Target="../diagrams/quickStyle3.xml"/><Relationship Id="rId10" Type="http://schemas.openxmlformats.org/officeDocument/2006/relationships/image" Target="../media/image39.png"/><Relationship Id="rId4" Type="http://schemas.openxmlformats.org/officeDocument/2006/relationships/diagramLayout" Target="../diagrams/layout3.xml"/><Relationship Id="rId9" Type="http://schemas.openxmlformats.org/officeDocument/2006/relationships/image" Target="../media/image3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D75C5-AC19-81B0-CAED-4DA3B72FD2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0</a:t>
            </a:r>
          </a:p>
        </p:txBody>
      </p:sp>
      <p:pic>
        <p:nvPicPr>
          <p:cNvPr id="6" name="Picture 5" descr="A close-up of a certificate">
            <a:extLst>
              <a:ext uri="{FF2B5EF4-FFF2-40B4-BE49-F238E27FC236}">
                <a16:creationId xmlns:a16="http://schemas.microsoft.com/office/drawing/2014/main" id="{BB9F0D4A-E7A4-768E-AE40-9A8455151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7213D3-C0F2-72E1-CF25-7259DFC6DCE5}"/>
              </a:ext>
            </a:extLst>
          </p:cNvPr>
          <p:cNvSpPr txBox="1"/>
          <p:nvPr/>
        </p:nvSpPr>
        <p:spPr>
          <a:xfrm>
            <a:off x="9496992" y="66542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MINOR PROJECT- 6</a:t>
            </a:r>
          </a:p>
        </p:txBody>
      </p:sp>
    </p:spTree>
    <p:extLst>
      <p:ext uri="{BB962C8B-B14F-4D97-AF65-F5344CB8AC3E}">
        <p14:creationId xmlns:p14="http://schemas.microsoft.com/office/powerpoint/2010/main" val="3332958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6268" y="-243408"/>
            <a:ext cx="7043617" cy="1635297"/>
          </a:xfrm>
        </p:spPr>
        <p:txBody>
          <a:bodyPr anchor="b">
            <a:normAutofit/>
          </a:bodyPr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863752" y="1504256"/>
            <a:ext cx="7328650" cy="5093095"/>
          </a:xfrm>
        </p:spPr>
        <p:txBody>
          <a:bodyPr anchor="ctr">
            <a:no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</a:rPr>
              <a:t>Passenger safety in rental transport is compromised by the 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tx1"/>
                </a:solidFill>
              </a:rPr>
              <a:t>      lack of real-time monitoring of driver behavior. 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</a:rPr>
              <a:t>Critical issues like drowsiness, distraction, and unsafe activities increase accident risks and liability for providers. 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</a:rPr>
              <a:t>There is a need for a solution to monitor and report unsafe driving behaviors in real-time to improve safety.</a:t>
            </a: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796C76-74BB-C83A-52BD-725F5EF86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4" name="Picture 3" descr="A collage of a person driving a car&#10;&#10;Description automatically generated">
            <a:extLst>
              <a:ext uri="{FF2B5EF4-FFF2-40B4-BE49-F238E27FC236}">
                <a16:creationId xmlns:a16="http://schemas.microsoft.com/office/drawing/2014/main" id="{8E737EFB-C06E-8DB3-9C7D-775ED93F9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4"/>
            <a:ext cx="12192000" cy="685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909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6A0B4-E8C3-7BA2-4BB8-D3FFD5325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Picture 3" descr="A person with a blue shirt">
            <a:extLst>
              <a:ext uri="{FF2B5EF4-FFF2-40B4-BE49-F238E27FC236}">
                <a16:creationId xmlns:a16="http://schemas.microsoft.com/office/drawing/2014/main" id="{C76FCFD4-7DB1-349F-2BF1-CD0418024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786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6DC19F4-DD56-E5B6-9E95-F7E7233B6ECF}"/>
              </a:ext>
            </a:extLst>
          </p:cNvPr>
          <p:cNvSpPr txBox="1"/>
          <p:nvPr/>
        </p:nvSpPr>
        <p:spPr>
          <a:xfrm>
            <a:off x="3287688" y="431606"/>
            <a:ext cx="8396074" cy="994164"/>
          </a:xfrm>
          <a:prstGeom prst="rect">
            <a:avLst/>
          </a:prstGeom>
        </p:spPr>
        <p:txBody>
          <a:bodyPr vert="horz" lIns="91440" tIns="0" rIns="91440" bIns="0" rtlCol="0" anchor="b" anchorCtr="0">
            <a:normAutofit fontScale="92500"/>
          </a:bodyPr>
          <a:lstStyle/>
          <a:p>
            <a:pPr defTabSz="914400">
              <a:spcBef>
                <a:spcPct val="0"/>
              </a:spcBef>
              <a:spcAft>
                <a:spcPts val="600"/>
              </a:spcAft>
            </a:pPr>
            <a:r>
              <a:rPr lang="en-US" sz="4000" b="1" kern="1200" cap="all" baseline="0" dirty="0">
                <a:solidFill>
                  <a:schemeClr val="accent6"/>
                </a:solidFill>
                <a:latin typeface="+mj-lt"/>
                <a:ea typeface="+mj-ea"/>
                <a:cs typeface="Arial" panose="020B0604020202020204" pitchFamily="34" charset="0"/>
              </a:rPr>
              <a:t>Features of Guardian Ride</a:t>
            </a:r>
          </a:p>
        </p:txBody>
      </p:sp>
      <p:graphicFrame>
        <p:nvGraphicFramePr>
          <p:cNvPr id="13" name="TextBox 10">
            <a:extLst>
              <a:ext uri="{FF2B5EF4-FFF2-40B4-BE49-F238E27FC236}">
                <a16:creationId xmlns:a16="http://schemas.microsoft.com/office/drawing/2014/main" id="{C0023BD1-BFDF-9D8C-AEC2-8FEB6FDB6C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8981587"/>
              </p:ext>
            </p:extLst>
          </p:nvPr>
        </p:nvGraphicFramePr>
        <p:xfrm>
          <a:off x="2898786" y="1988840"/>
          <a:ext cx="9173878" cy="4608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6DC19F4-DD56-E5B6-9E95-F7E7233B6ECF}"/>
              </a:ext>
            </a:extLst>
          </p:cNvPr>
          <p:cNvSpPr txBox="1"/>
          <p:nvPr/>
        </p:nvSpPr>
        <p:spPr>
          <a:xfrm>
            <a:off x="914400" y="1057274"/>
            <a:ext cx="10511627" cy="1012785"/>
          </a:xfrm>
          <a:prstGeom prst="rect">
            <a:avLst/>
          </a:prstGeom>
        </p:spPr>
        <p:txBody>
          <a:bodyPr vert="horz" lIns="91440" tIns="0" rIns="91440" bIns="0" rtlCol="0" anchor="b" anchorCtr="0">
            <a:normAutofit/>
          </a:bodyPr>
          <a:lstStyle/>
          <a:p>
            <a:pPr algn="ctr" defTabSz="914400">
              <a:spcBef>
                <a:spcPct val="0"/>
              </a:spcBef>
              <a:spcAft>
                <a:spcPts val="600"/>
              </a:spcAft>
            </a:pPr>
            <a:r>
              <a:rPr lang="en-US" sz="3600" b="1" kern="1200" cap="all" baseline="0" dirty="0">
                <a:solidFill>
                  <a:schemeClr val="accent6"/>
                </a:solidFill>
                <a:latin typeface="+mj-lt"/>
                <a:ea typeface="+mj-ea"/>
                <a:cs typeface="+mj-cs"/>
              </a:rPr>
              <a:t>Target audience</a:t>
            </a:r>
          </a:p>
        </p:txBody>
      </p:sp>
      <p:graphicFrame>
        <p:nvGraphicFramePr>
          <p:cNvPr id="4" name="TextBox 10">
            <a:extLst>
              <a:ext uri="{FF2B5EF4-FFF2-40B4-BE49-F238E27FC236}">
                <a16:creationId xmlns:a16="http://schemas.microsoft.com/office/drawing/2014/main" id="{C0023BD1-BFDF-9D8C-AEC2-8FEB6FDB6C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9687944"/>
              </p:ext>
            </p:extLst>
          </p:nvPr>
        </p:nvGraphicFramePr>
        <p:xfrm>
          <a:off x="699093" y="2172349"/>
          <a:ext cx="10942240" cy="40659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68574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B3DDEDF6-94CA-754A-F235-FE14C372B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626" y="260648"/>
            <a:ext cx="7796464" cy="1222385"/>
          </a:xfrm>
        </p:spPr>
        <p:txBody>
          <a:bodyPr anchor="b">
            <a:normAutofit/>
          </a:bodyPr>
          <a:lstStyle/>
          <a:p>
            <a:pPr algn="ctr"/>
            <a:r>
              <a:rPr lang="en-US" b="1" dirty="0"/>
              <a:t>Goal Of The </a:t>
            </a:r>
            <a:r>
              <a:rPr lang="en-US" dirty="0"/>
              <a:t>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8626" y="2348880"/>
            <a:ext cx="8483677" cy="4032448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tx1"/>
                </a:solidFill>
              </a:rPr>
              <a:t>To enhance safety standards within the rental transport industry by introducing a real-time driver monitoring system that tracks and reports unsafe behaviors. 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tx1"/>
                </a:solidFill>
              </a:rPr>
              <a:t>The aim is to prevent accidents, reduce liabilities for rental service providers, and provide peace of mind to passengers through the use of cutting-edge technology.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472" y="428815"/>
            <a:ext cx="9875463" cy="999746"/>
          </a:xfrm>
        </p:spPr>
        <p:txBody>
          <a:bodyPr vert="horz" lIns="91440" tIns="0" rIns="91440" bIns="0" rtlCol="0" anchor="b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kern="1200" cap="all" baseline="0" dirty="0">
                <a:latin typeface="Abadi" panose="020B0604020104020204" pitchFamily="34" charset="0"/>
              </a:rPr>
              <a:t>Case study</a:t>
            </a:r>
            <a:r>
              <a:rPr lang="en-US" b="0" kern="1200" cap="all" baseline="0" dirty="0">
                <a:latin typeface="Abadi" panose="020B0604020104020204" pitchFamily="34" charset="0"/>
              </a:rPr>
              <a:t>: </a:t>
            </a:r>
            <a:r>
              <a:rPr lang="en-US" b="0" kern="1200" cap="all" baseline="0" dirty="0">
                <a:latin typeface="Abadi" panose="020B0604020104020204" pitchFamily="34" charset="0"/>
                <a:cs typeface="Times New Roman" panose="02020603050405020304" pitchFamily="18" charset="0"/>
              </a:rPr>
              <a:t>yamuna Expressway Bus Crash</a:t>
            </a:r>
          </a:p>
        </p:txBody>
      </p:sp>
      <p:pic>
        <p:nvPicPr>
          <p:cNvPr id="10" name="Picture 2" descr="agras1">
            <a:extLst>
              <a:ext uri="{FF2B5EF4-FFF2-40B4-BE49-F238E27FC236}">
                <a16:creationId xmlns:a16="http://schemas.microsoft.com/office/drawing/2014/main" id="{D5A32ED2-47A8-38E1-9CF4-768985A049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84" r="1" b="1"/>
          <a:stretch/>
        </p:blipFill>
        <p:spPr bwMode="auto">
          <a:xfrm>
            <a:off x="1343472" y="1916832"/>
            <a:ext cx="6036239" cy="4347789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80776D-41E5-C9E8-E10A-31F2BEF53DA6}"/>
              </a:ext>
            </a:extLst>
          </p:cNvPr>
          <p:cNvSpPr txBox="1"/>
          <p:nvPr/>
        </p:nvSpPr>
        <p:spPr>
          <a:xfrm>
            <a:off x="7908034" y="2060848"/>
            <a:ext cx="3485184" cy="3961593"/>
          </a:xfrm>
          <a:prstGeom prst="rect">
            <a:avLst/>
          </a:prstGeom>
        </p:spPr>
        <p:txBody>
          <a:bodyPr vert="horz" lIns="91440" tIns="0" rIns="91440" bIns="0" rtlCol="0" anchorCtr="0">
            <a:noAutofit/>
          </a:bodyPr>
          <a:lstStyle/>
          <a:p>
            <a:pPr defTabSz="914400">
              <a:spcBef>
                <a:spcPts val="1000"/>
              </a:spcBef>
            </a:pPr>
            <a:r>
              <a:rPr lang="en-US" b="1" dirty="0"/>
              <a:t>Incident Overview:</a:t>
            </a:r>
          </a:p>
          <a:p>
            <a:pPr marL="347472" indent="-347472" defTabSz="9144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Event:</a:t>
            </a:r>
            <a:r>
              <a:rPr lang="en-US" dirty="0"/>
              <a:t> UPSRTC bus crash on Yamuna Expressway (July 2017)</a:t>
            </a:r>
          </a:p>
          <a:p>
            <a:pPr marL="347472" indent="-347472" defTabSz="9144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347472" indent="-347472" defTabSz="9144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Cause:</a:t>
            </a:r>
            <a:r>
              <a:rPr lang="en-US" dirty="0"/>
              <a:t> Driver fell asleep at the wheel, leading to 29 deaths and 17 injuries.</a:t>
            </a:r>
          </a:p>
          <a:p>
            <a:pPr marL="347472" indent="-347472" defTabSz="9144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347472" indent="-347472" defTabSz="9144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Issue:</a:t>
            </a:r>
            <a:r>
              <a:rPr lang="en-US" dirty="0"/>
              <a:t> No fatigue monitoring or real-time intervention system in place.</a:t>
            </a:r>
          </a:p>
        </p:txBody>
      </p:sp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B149AC3D-BFFA-7835-1724-30CC410DF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053" y="928688"/>
            <a:ext cx="11662320" cy="1012785"/>
          </a:xfrm>
        </p:spPr>
        <p:txBody>
          <a:bodyPr vert="horz" lIns="91440" tIns="0" rIns="91440" bIns="0" rtlCol="0" anchor="b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b="1" kern="1200" cap="all" baseline="0" dirty="0">
                <a:latin typeface="Abadi" panose="020B0604020104020204" pitchFamily="34" charset="0"/>
              </a:rPr>
              <a:t>How guardian ride Could Have Made a Difference:</a:t>
            </a:r>
          </a:p>
        </p:txBody>
      </p:sp>
      <p:graphicFrame>
        <p:nvGraphicFramePr>
          <p:cNvPr id="26" name="TextBox 18">
            <a:extLst>
              <a:ext uri="{FF2B5EF4-FFF2-40B4-BE49-F238E27FC236}">
                <a16:creationId xmlns:a16="http://schemas.microsoft.com/office/drawing/2014/main" id="{96F706A5-12DB-5D38-B4FA-20722AFF85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3231522"/>
              </p:ext>
            </p:extLst>
          </p:nvPr>
        </p:nvGraphicFramePr>
        <p:xfrm>
          <a:off x="914400" y="2316067"/>
          <a:ext cx="10511627" cy="39485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0" name="Rectangle 19" descr="Ambulance">
            <a:extLst>
              <a:ext uri="{FF2B5EF4-FFF2-40B4-BE49-F238E27FC236}">
                <a16:creationId xmlns:a16="http://schemas.microsoft.com/office/drawing/2014/main" id="{C1BC18C7-C7ED-BFE4-273A-2DCA1D10938E}"/>
              </a:ext>
            </a:extLst>
          </p:cNvPr>
          <p:cNvSpPr/>
          <p:nvPr/>
        </p:nvSpPr>
        <p:spPr>
          <a:xfrm>
            <a:off x="1271464" y="2564904"/>
            <a:ext cx="620336" cy="620336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Rectangle 20" descr="Conductor">
            <a:extLst>
              <a:ext uri="{FF2B5EF4-FFF2-40B4-BE49-F238E27FC236}">
                <a16:creationId xmlns:a16="http://schemas.microsoft.com/office/drawing/2014/main" id="{0A967C87-A3F2-0688-8FB7-976003C7F5BC}"/>
              </a:ext>
            </a:extLst>
          </p:cNvPr>
          <p:cNvSpPr/>
          <p:nvPr/>
        </p:nvSpPr>
        <p:spPr>
          <a:xfrm>
            <a:off x="1271464" y="3933056"/>
            <a:ext cx="620336" cy="620336"/>
          </a:xfrm>
          <a:prstGeom prst="rect">
            <a:avLst/>
          </a:prstGeom>
          <a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Rectangle 21" descr="Bus">
            <a:extLst>
              <a:ext uri="{FF2B5EF4-FFF2-40B4-BE49-F238E27FC236}">
                <a16:creationId xmlns:a16="http://schemas.microsoft.com/office/drawing/2014/main" id="{104C9FA6-D035-6A61-F560-42805F97123F}"/>
              </a:ext>
            </a:extLst>
          </p:cNvPr>
          <p:cNvSpPr/>
          <p:nvPr/>
        </p:nvSpPr>
        <p:spPr>
          <a:xfrm>
            <a:off x="1271464" y="5373216"/>
            <a:ext cx="620336" cy="620336"/>
          </a:xfrm>
          <a:prstGeom prst="rect">
            <a:avLst/>
          </a:prstGeom>
          <a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97BD7BD6-34E7-EE3A-A8F5-048BCC713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 vert="horz" lIns="91440" tIns="0" rIns="91440" bIns="0" rtlCol="0" anchor="b" anchorCtr="0">
            <a:normAutofit/>
          </a:bodyPr>
          <a:lstStyle/>
          <a:p>
            <a:r>
              <a:rPr lang="en-US" b="1" kern="1200" cap="all" baseline="0" dirty="0">
                <a:latin typeface="+mj-lt"/>
                <a:ea typeface="+mj-ea"/>
                <a:cs typeface="+mj-cs"/>
              </a:rPr>
              <a:t>Limitations of guardian ride</a:t>
            </a:r>
          </a:p>
        </p:txBody>
      </p:sp>
      <p:graphicFrame>
        <p:nvGraphicFramePr>
          <p:cNvPr id="29" name="TextBox 17">
            <a:extLst>
              <a:ext uri="{FF2B5EF4-FFF2-40B4-BE49-F238E27FC236}">
                <a16:creationId xmlns:a16="http://schemas.microsoft.com/office/drawing/2014/main" id="{104E1388-C19E-7F53-1CDC-7A23325ACA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960675"/>
              </p:ext>
            </p:extLst>
          </p:nvPr>
        </p:nvGraphicFramePr>
        <p:xfrm>
          <a:off x="914400" y="2316067"/>
          <a:ext cx="10511627" cy="39485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D97763-7C7C-C7F2-2A02-369517486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4" name="Picture 3" descr="A light bulb with a wire">
            <a:extLst>
              <a:ext uri="{FF2B5EF4-FFF2-40B4-BE49-F238E27FC236}">
                <a16:creationId xmlns:a16="http://schemas.microsoft.com/office/drawing/2014/main" id="{33C0170C-D07D-ADD3-5684-520A890E6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728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EE05688-6655-C2EE-50CB-ED2031B7A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-3975" y="-27383"/>
            <a:ext cx="12192000" cy="68953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2B1964B-F31E-C024-3603-9CB9FBEB96B8}"/>
              </a:ext>
            </a:extLst>
          </p:cNvPr>
          <p:cNvSpPr txBox="1"/>
          <p:nvPr/>
        </p:nvSpPr>
        <p:spPr>
          <a:xfrm>
            <a:off x="5012432" y="1314753"/>
            <a:ext cx="6768752" cy="4202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1F2C8F"/>
                </a:solidFill>
                <a:latin typeface="Aptos" panose="020B0004020202020204" pitchFamily="34" charset="0"/>
              </a:rPr>
              <a:t>Our Driver Monitoring System enhances road safety by detecting driver fatigue and issuing real-time alerts.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2000" dirty="0">
              <a:solidFill>
                <a:srgbClr val="1F2C8F"/>
              </a:solidFill>
              <a:latin typeface="Aptos" panose="020B00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1F2C8F"/>
                </a:solidFill>
                <a:latin typeface="Aptos" panose="020B0004020202020204" pitchFamily="34" charset="0"/>
              </a:rPr>
              <a:t>It significantly reduces accident risk, ensuring safer journeys and saving lives.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2000" dirty="0">
              <a:solidFill>
                <a:srgbClr val="1F2C8F"/>
              </a:solidFill>
              <a:latin typeface="Aptos" panose="020B00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1F2C8F"/>
                </a:solidFill>
                <a:latin typeface="Aptos" panose="020B0004020202020204" pitchFamily="34" charset="0"/>
              </a:rPr>
              <a:t>Despite some limitations like night-time monitoring and cost, the benefits in preventing accidents and improving safety make it a valuable investment.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99DF23-6CB4-B3A9-4BA9-2B54386265C8}"/>
              </a:ext>
            </a:extLst>
          </p:cNvPr>
          <p:cNvSpPr txBox="1"/>
          <p:nvPr/>
        </p:nvSpPr>
        <p:spPr>
          <a:xfrm>
            <a:off x="263352" y="2492896"/>
            <a:ext cx="37224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1F2C8F"/>
                </a:solidFill>
                <a:latin typeface="Aptos Display" panose="020B0004020202020204" pitchFamily="34" charset="0"/>
              </a:rPr>
              <a:t>Conclusion:</a:t>
            </a:r>
            <a:endParaRPr lang="en-US" sz="5400" dirty="0">
              <a:solidFill>
                <a:srgbClr val="1F2C8F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604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>
            <a:normAutofit/>
          </a:bodyPr>
          <a:lstStyle/>
          <a:p>
            <a:r>
              <a:rPr lang="en-US" sz="5400" dirty="0"/>
              <a:t>Thank </a:t>
            </a:r>
            <a:br>
              <a:rPr lang="en-US" sz="5400" dirty="0"/>
            </a:br>
            <a:r>
              <a:rPr lang="en-US" sz="5400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01" row="7">
    <wetp:webextensionref xmlns:r="http://schemas.openxmlformats.org/officeDocument/2006/relationships" r:id="rId1"/>
  </wetp:taskpane>
  <wetp:taskpane dockstate="right" visibility="0" width="401" row="8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E2677590-09ED-4EFF-867D-D30FE428B553}">
  <we:reference id="wa104379997" version="3.0.0.0" store="en-US" storeType="OMEX"/>
  <we:alternateReferences>
    <we:reference id="WA104379997" version="3.0.0.0" store="WA104379997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F3B3EBB2-B419-44BE-BBED-89FC283D41DF}">
  <we:reference id="wa104381063" version="1.0.0.1" store="en-US" storeType="OMEX"/>
  <we:alternateReferences>
    <we:reference id="WA104381063" version="1.0.0.1" store="WA104381063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71af3243-3dd4-4a8d-8c0d-dd76da1f02a5"/>
    <ds:schemaRef ds:uri="http://purl.org/dc/elements/1.1/"/>
    <ds:schemaRef ds:uri="http://schemas.microsoft.com/sharepoint/v3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16c05727-aa75-4e4a-9b5f-8a80a1165891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230e9df3-be65-4c73-a93b-d1236ebd677e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500</TotalTime>
  <Words>356</Words>
  <Application>Microsoft Office PowerPoint</Application>
  <PresentationFormat>Widescreen</PresentationFormat>
  <Paragraphs>51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Abadi</vt:lpstr>
      <vt:lpstr>Aptos</vt:lpstr>
      <vt:lpstr>Aptos Display</vt:lpstr>
      <vt:lpstr>Arial</vt:lpstr>
      <vt:lpstr>Arial Black</vt:lpstr>
      <vt:lpstr>Calibri</vt:lpstr>
      <vt:lpstr>Sabon Next LT</vt:lpstr>
      <vt:lpstr>Times New Roman</vt:lpstr>
      <vt:lpstr>Wingdings</vt:lpstr>
      <vt:lpstr>Custom</vt:lpstr>
      <vt:lpstr>0</vt:lpstr>
      <vt:lpstr>problem statement</vt:lpstr>
      <vt:lpstr>PowerPoint Presentation</vt:lpstr>
      <vt:lpstr>PowerPoint Presentation</vt:lpstr>
      <vt:lpstr>PowerPoint Presentation</vt:lpstr>
      <vt:lpstr>PowerPoint Presentation</vt:lpstr>
      <vt:lpstr>Goal Of The project</vt:lpstr>
      <vt:lpstr>Case study: yamuna Expressway Bus Crash</vt:lpstr>
      <vt:lpstr>How guardian ride Could Have Made a Difference:</vt:lpstr>
      <vt:lpstr>Limitations of guardian ride</vt:lpstr>
      <vt:lpstr>PowerPoint Presentation</vt:lpstr>
      <vt:lpstr>PowerPoint Presentation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Aditya Raj [CSE (Artificial Intelligence &amp; Machine Learning) - 2022]</dc:creator>
  <cp:lastModifiedBy>Ayan Joshi [CSE (ARTIFICIAL INTELLIGENCE &amp; MACHINE LEARNING) - 2022]</cp:lastModifiedBy>
  <cp:revision>12</cp:revision>
  <dcterms:created xsi:type="dcterms:W3CDTF">2024-08-22T12:52:51Z</dcterms:created>
  <dcterms:modified xsi:type="dcterms:W3CDTF">2025-03-20T20:21:18Z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